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olors1.xml" ContentType="application/vnd.ms-office.chartcolorstyle+xml"/>
  <Override PartName="/ppt/charts/style1.xml" ContentType="application/vnd.ms-office.chartstyle+xml"/>
  <Override PartName="/ppt/media/image10.svg" ContentType="image/svg+xml"/>
  <Override PartName="/ppt/media/image12.svg" ContentType="image/svg+xml"/>
  <Override PartName="/ppt/media/image15.svg" ContentType="image/svg+xml"/>
  <Override PartName="/ppt/media/image18.svg" ContentType="image/svg+xml"/>
  <Override PartName="/ppt/media/image2.svg" ContentType="image/svg+xml"/>
  <Override PartName="/ppt/media/image22.svg" ContentType="image/svg+xml"/>
  <Override PartName="/ppt/media/image4.svg" ContentType="image/svg+xml"/>
  <Override PartName="/ppt/media/image5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1" r:id="rId1"/>
  </p:sldMasterIdLst>
  <p:notesMasterIdLst>
    <p:notesMasterId r:id="rId15"/>
  </p:notesMasterIdLst>
  <p:sldIdLst>
    <p:sldId id="256" r:id="rId2"/>
    <p:sldId id="257" r:id="rId3"/>
    <p:sldId id="268" r:id="rId4"/>
    <p:sldId id="269" r:id="rId5"/>
    <p:sldId id="270" r:id="rId6"/>
    <p:sldId id="273" r:id="rId7"/>
    <p:sldId id="271" r:id="rId8"/>
    <p:sldId id="272" r:id="rId9"/>
    <p:sldId id="274" r:id="rId10"/>
    <p:sldId id="275" r:id="rId11"/>
    <p:sldId id="276" r:id="rId12"/>
    <p:sldId id="277" r:id="rId13"/>
    <p:sldId id="278" r:id="rId14"/>
  </p:sldIdLst>
  <p:sldSz cx="9144000" cy="5143500" type="screen16x9"/>
  <p:notesSz cx="6858000" cy="9144000"/>
  <p:embeddedFontLst>
    <p:embeddedFont>
      <p:font typeface="Calibri" panose="020F0502020204030204" pitchFamily="34" charset="0"/>
      <p:regular r:id="rId16"/>
      <p:bold r:id="rId17"/>
      <p:italic r:id="rId18"/>
      <p:bold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61AAE"/>
    <a:srgbClr val="F25D9C"/>
    <a:srgbClr val="590D82"/>
    <a:srgbClr val="0C056D"/>
    <a:srgbClr val="00549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58" y="5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font" Target="fonts/font1.fntdata"/><Relationship Id="rId17" Type="http://schemas.openxmlformats.org/officeDocument/2006/relationships/font" Target="fonts/font2.fntdata"/><Relationship Id="rId18" Type="http://schemas.openxmlformats.org/officeDocument/2006/relationships/font" Target="fonts/font3.fntdata"/><Relationship Id="rId19" Type="http://schemas.openxmlformats.org/officeDocument/2006/relationships/font" Target="fonts/font4.fntdata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Relationship Id="rId3" Type="http://schemas.openxmlformats.org/officeDocument/2006/relationships/package" Target="../embeddings/_____Microsoft_Excel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 sz="1400" b="1" dirty="0">
                <a:solidFill>
                  <a:srgbClr val="B61AAE"/>
                </a:solidFill>
              </a:rPr>
              <a:t>Название диаграммы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Ряд 1</c:v>
                </c:pt>
              </c:strCache>
            </c:strRef>
          </c:tx>
          <c:spPr>
            <a:solidFill>
              <a:srgbClr val="590D82"/>
            </a:solidFill>
            <a:ln>
              <a:noFill/>
            </a:ln>
            <a:effectLst/>
          </c:spPr>
          <c:invertIfNegative val="0"/>
          <c:cat>
            <c:strRef>
              <c:f>Лист1!$A$2:$A$5</c:f>
              <c:strCache>
                <c:ptCount val="4"/>
                <c:pt idx="0">
                  <c:v>Категория 1</c:v>
                </c:pt>
                <c:pt idx="1">
                  <c:v>Категория 2</c:v>
                </c:pt>
                <c:pt idx="2">
                  <c:v>Категория 3</c:v>
                </c:pt>
                <c:pt idx="3">
                  <c:v>Категория 4</c:v>
                </c:pt>
              </c:strCache>
            </c:strRef>
          </c:cat>
          <c:val>
            <c:numRef>
              <c:f>Лист1!$B$2:$B$5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01D-435F-B906-43DBDE4A1098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Ряд 2</c:v>
                </c:pt>
              </c:strCache>
            </c:strRef>
          </c:tx>
          <c:spPr>
            <a:solidFill>
              <a:srgbClr val="B61AAE"/>
            </a:solidFill>
            <a:ln>
              <a:noFill/>
            </a:ln>
            <a:effectLst/>
          </c:spPr>
          <c:invertIfNegative val="0"/>
          <c:cat>
            <c:strRef>
              <c:f>Лист1!$A$2:$A$5</c:f>
              <c:strCache>
                <c:ptCount val="4"/>
                <c:pt idx="0">
                  <c:v>Категория 1</c:v>
                </c:pt>
                <c:pt idx="1">
                  <c:v>Категория 2</c:v>
                </c:pt>
                <c:pt idx="2">
                  <c:v>Категория 3</c:v>
                </c:pt>
                <c:pt idx="3">
                  <c:v>Категория 4</c:v>
                </c:pt>
              </c:strCache>
            </c:strRef>
          </c:cat>
          <c:val>
            <c:numRef>
              <c:f>Лист1!$C$2:$C$5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01D-435F-B906-43DBDE4A1098}"/>
            </c:ext>
          </c:extLst>
        </c:ser>
        <c:ser>
          <c:idx val="2"/>
          <c:order val="2"/>
          <c:tx>
            <c:strRef>
              <c:f>Лист1!$D$1</c:f>
              <c:strCache>
                <c:ptCount val="1"/>
                <c:pt idx="0">
                  <c:v>Ряд 3</c:v>
                </c:pt>
              </c:strCache>
            </c:strRef>
          </c:tx>
          <c:spPr>
            <a:solidFill>
              <a:srgbClr val="F25D9C"/>
            </a:solidFill>
            <a:ln>
              <a:noFill/>
            </a:ln>
            <a:effectLst/>
          </c:spPr>
          <c:invertIfNegative val="0"/>
          <c:cat>
            <c:strRef>
              <c:f>Лист1!$A$2:$A$5</c:f>
              <c:strCache>
                <c:ptCount val="4"/>
                <c:pt idx="0">
                  <c:v>Категория 1</c:v>
                </c:pt>
                <c:pt idx="1">
                  <c:v>Категория 2</c:v>
                </c:pt>
                <c:pt idx="2">
                  <c:v>Категория 3</c:v>
                </c:pt>
                <c:pt idx="3">
                  <c:v>Категория 4</c:v>
                </c:pt>
              </c:strCache>
            </c:strRef>
          </c:cat>
          <c:val>
            <c:numRef>
              <c:f>Лист1!$D$2:$D$5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A01D-435F-B906-43DBDE4A109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624578655"/>
        <c:axId val="1624596415"/>
      </c:barChart>
      <c:catAx>
        <c:axId val="162457865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rgbClr val="590D82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624596415"/>
        <c:crosses val="autoZero"/>
        <c:auto val="1"/>
        <c:lblAlgn val="ctr"/>
        <c:lblOffset val="100"/>
        <c:noMultiLvlLbl val="0"/>
      </c:catAx>
      <c:valAx>
        <c:axId val="162459641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rgbClr val="590D82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62457865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rgbClr val="590D82"/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d2ae2e348d_1_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g3d2ae2e348d_1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d2a652db4e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3" name="Google Shape;143;g3d2a652db4e_0_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g3d2a652db4e_0_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>
          <a:extLst>
            <a:ext uri="{FF2B5EF4-FFF2-40B4-BE49-F238E27FC236}">
              <a16:creationId xmlns:a16="http://schemas.microsoft.com/office/drawing/2014/main" id="{5A404A0A-6E2B-1E8B-28FB-E6C4745285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d2a652db4e_0_3:notes">
            <a:extLst>
              <a:ext uri="{FF2B5EF4-FFF2-40B4-BE49-F238E27FC236}">
                <a16:creationId xmlns:a16="http://schemas.microsoft.com/office/drawing/2014/main" id="{0E02B270-DABD-E7C3-D2C1-4A3667EFD60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3" name="Google Shape;143;g3d2a652db4e_0_3:notes">
            <a:extLst>
              <a:ext uri="{FF2B5EF4-FFF2-40B4-BE49-F238E27FC236}">
                <a16:creationId xmlns:a16="http://schemas.microsoft.com/office/drawing/2014/main" id="{69C95029-6E71-6221-0F73-AFA83CCC3BB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g3d2a652db4e_0_3:notes">
            <a:extLst>
              <a:ext uri="{FF2B5EF4-FFF2-40B4-BE49-F238E27FC236}">
                <a16:creationId xmlns:a16="http://schemas.microsoft.com/office/drawing/2014/main" id="{A5073CF7-70C0-BD2E-2268-6C3DB6FB801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315864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>
          <a:extLst>
            <a:ext uri="{FF2B5EF4-FFF2-40B4-BE49-F238E27FC236}">
              <a16:creationId xmlns:a16="http://schemas.microsoft.com/office/drawing/2014/main" id="{29FA1858-2B40-EFB8-F36F-EDDE4202D9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d2a652db4e_0_3:notes">
            <a:extLst>
              <a:ext uri="{FF2B5EF4-FFF2-40B4-BE49-F238E27FC236}">
                <a16:creationId xmlns:a16="http://schemas.microsoft.com/office/drawing/2014/main" id="{FC4B3A96-3BE1-3D95-42D4-C934B23BCC1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3" name="Google Shape;143;g3d2a652db4e_0_3:notes">
            <a:extLst>
              <a:ext uri="{FF2B5EF4-FFF2-40B4-BE49-F238E27FC236}">
                <a16:creationId xmlns:a16="http://schemas.microsoft.com/office/drawing/2014/main" id="{8516107D-12A3-81C3-364D-289CF899DE5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g3d2a652db4e_0_3:notes">
            <a:extLst>
              <a:ext uri="{FF2B5EF4-FFF2-40B4-BE49-F238E27FC236}">
                <a16:creationId xmlns:a16="http://schemas.microsoft.com/office/drawing/2014/main" id="{84140353-5AF6-117F-2E63-6F2E71E33EC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320483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>
          <a:extLst>
            <a:ext uri="{FF2B5EF4-FFF2-40B4-BE49-F238E27FC236}">
              <a16:creationId xmlns:a16="http://schemas.microsoft.com/office/drawing/2014/main" id="{5E0EB737-7A9E-61BF-52AB-4F6DE41A8A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d2a652db4e_0_3:notes">
            <a:extLst>
              <a:ext uri="{FF2B5EF4-FFF2-40B4-BE49-F238E27FC236}">
                <a16:creationId xmlns:a16="http://schemas.microsoft.com/office/drawing/2014/main" id="{17A9013A-9CAF-3332-CE3F-0BC17CA0B6D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3" name="Google Shape;143;g3d2a652db4e_0_3:notes">
            <a:extLst>
              <a:ext uri="{FF2B5EF4-FFF2-40B4-BE49-F238E27FC236}">
                <a16:creationId xmlns:a16="http://schemas.microsoft.com/office/drawing/2014/main" id="{D1F94EFD-BDBB-038A-7D4E-B4B3F154137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g3d2a652db4e_0_3:notes">
            <a:extLst>
              <a:ext uri="{FF2B5EF4-FFF2-40B4-BE49-F238E27FC236}">
                <a16:creationId xmlns:a16="http://schemas.microsoft.com/office/drawing/2014/main" id="{A75ACB12-F886-BD69-3C11-5AE9B49A59D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027065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>
          <a:extLst>
            <a:ext uri="{FF2B5EF4-FFF2-40B4-BE49-F238E27FC236}">
              <a16:creationId xmlns:a16="http://schemas.microsoft.com/office/drawing/2014/main" id="{5BD8E560-8BD2-2D36-DEF7-C17EA2438E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d2a652db4e_0_3:notes">
            <a:extLst>
              <a:ext uri="{FF2B5EF4-FFF2-40B4-BE49-F238E27FC236}">
                <a16:creationId xmlns:a16="http://schemas.microsoft.com/office/drawing/2014/main" id="{9B14F39C-4243-0307-05EB-EBA1AE22DDF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3" name="Google Shape;143;g3d2a652db4e_0_3:notes">
            <a:extLst>
              <a:ext uri="{FF2B5EF4-FFF2-40B4-BE49-F238E27FC236}">
                <a16:creationId xmlns:a16="http://schemas.microsoft.com/office/drawing/2014/main" id="{54D03A4D-264A-3CA0-ED0E-4C3A710B20C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g3d2a652db4e_0_3:notes">
            <a:extLst>
              <a:ext uri="{FF2B5EF4-FFF2-40B4-BE49-F238E27FC236}">
                <a16:creationId xmlns:a16="http://schemas.microsoft.com/office/drawing/2014/main" id="{F4D9E9FB-E08A-C21A-9656-4397A66A019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2183718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>
          <a:extLst>
            <a:ext uri="{FF2B5EF4-FFF2-40B4-BE49-F238E27FC236}">
              <a16:creationId xmlns:a16="http://schemas.microsoft.com/office/drawing/2014/main" id="{36198424-CB0F-A249-A8E3-7AA101325F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d2a652db4e_0_3:notes">
            <a:extLst>
              <a:ext uri="{FF2B5EF4-FFF2-40B4-BE49-F238E27FC236}">
                <a16:creationId xmlns:a16="http://schemas.microsoft.com/office/drawing/2014/main" id="{2F8FD11F-5916-B417-A1E9-60D75CCF96C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3" name="Google Shape;143;g3d2a652db4e_0_3:notes">
            <a:extLst>
              <a:ext uri="{FF2B5EF4-FFF2-40B4-BE49-F238E27FC236}">
                <a16:creationId xmlns:a16="http://schemas.microsoft.com/office/drawing/2014/main" id="{31FD7707-FF79-5B40-CCDE-344C8BB9078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g3d2a652db4e_0_3:notes">
            <a:extLst>
              <a:ext uri="{FF2B5EF4-FFF2-40B4-BE49-F238E27FC236}">
                <a16:creationId xmlns:a16="http://schemas.microsoft.com/office/drawing/2014/main" id="{4C9ADCC8-CCAB-F199-BAD7-AE2084EF419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8876316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>
          <a:extLst>
            <a:ext uri="{FF2B5EF4-FFF2-40B4-BE49-F238E27FC236}">
              <a16:creationId xmlns:a16="http://schemas.microsoft.com/office/drawing/2014/main" id="{5B9D5263-1727-9938-DD54-CF361347C9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d2a652db4e_0_3:notes">
            <a:extLst>
              <a:ext uri="{FF2B5EF4-FFF2-40B4-BE49-F238E27FC236}">
                <a16:creationId xmlns:a16="http://schemas.microsoft.com/office/drawing/2014/main" id="{C7868B80-7016-BBCF-C7FE-831C52D3EE3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3" name="Google Shape;143;g3d2a652db4e_0_3:notes">
            <a:extLst>
              <a:ext uri="{FF2B5EF4-FFF2-40B4-BE49-F238E27FC236}">
                <a16:creationId xmlns:a16="http://schemas.microsoft.com/office/drawing/2014/main" id="{05F8D156-9767-0F7B-F7B2-C64BBDEF3AD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g3d2a652db4e_0_3:notes">
            <a:extLst>
              <a:ext uri="{FF2B5EF4-FFF2-40B4-BE49-F238E27FC236}">
                <a16:creationId xmlns:a16="http://schemas.microsoft.com/office/drawing/2014/main" id="{01CFC9A0-B674-C643-D12D-CC367EE90CA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2690251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4">
          <a:extLst>
            <a:ext uri="{FF2B5EF4-FFF2-40B4-BE49-F238E27FC236}">
              <a16:creationId xmlns:a16="http://schemas.microsoft.com/office/drawing/2014/main" id="{CCF3FC39-CB63-56D0-8D0A-74BAEBA941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3ceee2ef580_2_133:notes">
            <a:extLst>
              <a:ext uri="{FF2B5EF4-FFF2-40B4-BE49-F238E27FC236}">
                <a16:creationId xmlns:a16="http://schemas.microsoft.com/office/drawing/2014/main" id="{6AF09277-F395-40E9-3FB6-982F4B9B956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6" name="Google Shape;346;g3ceee2ef580_2_133:notes">
            <a:extLst>
              <a:ext uri="{FF2B5EF4-FFF2-40B4-BE49-F238E27FC236}">
                <a16:creationId xmlns:a16="http://schemas.microsoft.com/office/drawing/2014/main" id="{11859FD9-798B-DA84-FA20-F982C711180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8408196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4">
          <a:extLst>
            <a:ext uri="{FF2B5EF4-FFF2-40B4-BE49-F238E27FC236}">
              <a16:creationId xmlns:a16="http://schemas.microsoft.com/office/drawing/2014/main" id="{B761809A-62F9-4815-E8E1-54FC67F41D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3ceee2ef580_2_133:notes">
            <a:extLst>
              <a:ext uri="{FF2B5EF4-FFF2-40B4-BE49-F238E27FC236}">
                <a16:creationId xmlns:a16="http://schemas.microsoft.com/office/drawing/2014/main" id="{4E2018D5-3E78-C2BB-1BFD-2DBE4C5675B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6" name="Google Shape;346;g3ceee2ef580_2_133:notes">
            <a:extLst>
              <a:ext uri="{FF2B5EF4-FFF2-40B4-BE49-F238E27FC236}">
                <a16:creationId xmlns:a16="http://schemas.microsoft.com/office/drawing/2014/main" id="{914B22E9-B439-85B1-AEDA-BDE5D69E3BC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3018024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4">
          <a:extLst>
            <a:ext uri="{FF2B5EF4-FFF2-40B4-BE49-F238E27FC236}">
              <a16:creationId xmlns:a16="http://schemas.microsoft.com/office/drawing/2014/main" id="{4AD99AB8-6D8D-19FB-CED9-26795EA60C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3ceee2ef580_2_133:notes">
            <a:extLst>
              <a:ext uri="{FF2B5EF4-FFF2-40B4-BE49-F238E27FC236}">
                <a16:creationId xmlns:a16="http://schemas.microsoft.com/office/drawing/2014/main" id="{B2866CDF-7FDF-91C6-64E7-A47C676885A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6" name="Google Shape;346;g3ceee2ef580_2_133:notes">
            <a:extLst>
              <a:ext uri="{FF2B5EF4-FFF2-40B4-BE49-F238E27FC236}">
                <a16:creationId xmlns:a16="http://schemas.microsoft.com/office/drawing/2014/main" id="{3DD4D8CC-1B68-C76D-1A98-18DFC85C9EC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8571418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4">
          <a:extLst>
            <a:ext uri="{FF2B5EF4-FFF2-40B4-BE49-F238E27FC236}">
              <a16:creationId xmlns:a16="http://schemas.microsoft.com/office/drawing/2014/main" id="{962ABF31-ADB0-1600-A57E-9ED0FD436B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3ceee2ef580_2_133:notes">
            <a:extLst>
              <a:ext uri="{FF2B5EF4-FFF2-40B4-BE49-F238E27FC236}">
                <a16:creationId xmlns:a16="http://schemas.microsoft.com/office/drawing/2014/main" id="{824FFFA0-4C52-45AC-BC32-DA68EBED82C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6" name="Google Shape;346;g3ceee2ef580_2_133:notes">
            <a:extLst>
              <a:ext uri="{FF2B5EF4-FFF2-40B4-BE49-F238E27FC236}">
                <a16:creationId xmlns:a16="http://schemas.microsoft.com/office/drawing/2014/main" id="{238FCEC2-AADF-C35A-EAE7-6AAA70DECBB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3564767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4">
          <a:extLst>
            <a:ext uri="{FF2B5EF4-FFF2-40B4-BE49-F238E27FC236}">
              <a16:creationId xmlns:a16="http://schemas.microsoft.com/office/drawing/2014/main" id="{FEC60050-DEE5-E8A3-2EF0-C84E9A8DA5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3ceee2ef580_2_133:notes">
            <a:extLst>
              <a:ext uri="{FF2B5EF4-FFF2-40B4-BE49-F238E27FC236}">
                <a16:creationId xmlns:a16="http://schemas.microsoft.com/office/drawing/2014/main" id="{DF89C5EB-5BAC-A53B-1A22-83BD8AE5875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6" name="Google Shape;346;g3ceee2ef580_2_133:notes">
            <a:extLst>
              <a:ext uri="{FF2B5EF4-FFF2-40B4-BE49-F238E27FC236}">
                <a16:creationId xmlns:a16="http://schemas.microsoft.com/office/drawing/2014/main" id="{925FA70C-EE6A-9488-4AA1-D6D0780A649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28130523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4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4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5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5.sv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 слайд" userDrawn="1">
  <p:cSld name="TITLE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4B950AF6-FE86-C1DD-84F6-E43E32D0C8BD}"/>
              </a:ext>
            </a:extLst>
          </p:cNvPr>
          <p:cNvSpPr/>
          <p:nvPr userDrawn="1"/>
        </p:nvSpPr>
        <p:spPr>
          <a:xfrm>
            <a:off x="-16990" y="-5686"/>
            <a:ext cx="9160990" cy="5149186"/>
          </a:xfrm>
          <a:prstGeom prst="rect">
            <a:avLst/>
          </a:prstGeom>
          <a:gradFill>
            <a:gsLst>
              <a:gs pos="44000">
                <a:srgbClr val="0C056D"/>
              </a:gs>
              <a:gs pos="100000">
                <a:srgbClr val="590D82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6" name="Google Shape;156;p26"/>
          <p:cNvSpPr txBox="1"/>
          <p:nvPr userDrawn="1"/>
        </p:nvSpPr>
        <p:spPr>
          <a:xfrm>
            <a:off x="8590966" y="4774705"/>
            <a:ext cx="450804" cy="2308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18065EE7-A717-46A1-A32B-C5B7AF537424}" type="slidenum">
              <a:rPr lang="ru" sz="1050" smtClean="0">
                <a:solidFill>
                  <a:srgbClr val="F25D9C"/>
                </a:solidFill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sz="1400" dirty="0">
              <a:solidFill>
                <a:srgbClr val="F25D9C"/>
              </a:solidFill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D21C011-1621-6943-C094-D1844E587D2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7528560" y="137993"/>
            <a:ext cx="1402964" cy="324653"/>
          </a:xfrm>
          <a:prstGeom prst="rect">
            <a:avLst/>
          </a:prstGeom>
        </p:spPr>
      </p:pic>
      <p:grpSp>
        <p:nvGrpSpPr>
          <p:cNvPr id="181" name="Группа 180">
            <a:extLst>
              <a:ext uri="{FF2B5EF4-FFF2-40B4-BE49-F238E27FC236}">
                <a16:creationId xmlns:a16="http://schemas.microsoft.com/office/drawing/2014/main" id="{FEA28B37-EFEC-DD3B-2813-303E523C56F3}"/>
              </a:ext>
            </a:extLst>
          </p:cNvPr>
          <p:cNvGrpSpPr/>
          <p:nvPr userDrawn="1"/>
        </p:nvGrpSpPr>
        <p:grpSpPr>
          <a:xfrm>
            <a:off x="254791" y="670273"/>
            <a:ext cx="8615773" cy="3797268"/>
            <a:chOff x="731520" y="670560"/>
            <a:chExt cx="8075850" cy="3559305"/>
          </a:xfrm>
          <a:solidFill>
            <a:schemeClr val="accent5">
              <a:lumMod val="50000"/>
              <a:alpha val="37000"/>
            </a:schemeClr>
          </a:solidFill>
        </p:grpSpPr>
        <p:grpSp>
          <p:nvGrpSpPr>
            <p:cNvPr id="17" name="Группа 16">
              <a:extLst>
                <a:ext uri="{FF2B5EF4-FFF2-40B4-BE49-F238E27FC236}">
                  <a16:creationId xmlns:a16="http://schemas.microsoft.com/office/drawing/2014/main" id="{6474D4CD-B3AB-C7F1-A36C-DBA09BE0D030}"/>
                </a:ext>
              </a:extLst>
            </p:cNvPr>
            <p:cNvGrpSpPr/>
            <p:nvPr userDrawn="1"/>
          </p:nvGrpSpPr>
          <p:grpSpPr>
            <a:xfrm>
              <a:off x="731520" y="670560"/>
              <a:ext cx="8075850" cy="50800"/>
              <a:chOff x="731520" y="670560"/>
              <a:chExt cx="8075850" cy="50800"/>
            </a:xfrm>
            <a:grpFill/>
          </p:grpSpPr>
          <p:sp>
            <p:nvSpPr>
              <p:cNvPr id="5" name="Овал 4">
                <a:extLst>
                  <a:ext uri="{FF2B5EF4-FFF2-40B4-BE49-F238E27FC236}">
                    <a16:creationId xmlns:a16="http://schemas.microsoft.com/office/drawing/2014/main" id="{51173DE7-022F-3081-7B39-2A4F530BD905}"/>
                  </a:ext>
                </a:extLst>
              </p:cNvPr>
              <p:cNvSpPr/>
              <p:nvPr userDrawn="1"/>
            </p:nvSpPr>
            <p:spPr>
              <a:xfrm>
                <a:off x="73152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6" name="Овал 5">
                <a:extLst>
                  <a:ext uri="{FF2B5EF4-FFF2-40B4-BE49-F238E27FC236}">
                    <a16:creationId xmlns:a16="http://schemas.microsoft.com/office/drawing/2014/main" id="{1D65B466-D8C1-48CD-AC9F-3F9CA52894B9}"/>
                  </a:ext>
                </a:extLst>
              </p:cNvPr>
              <p:cNvSpPr/>
              <p:nvPr userDrawn="1"/>
            </p:nvSpPr>
            <p:spPr>
              <a:xfrm>
                <a:off x="145717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7" name="Овал 6">
                <a:extLst>
                  <a:ext uri="{FF2B5EF4-FFF2-40B4-BE49-F238E27FC236}">
                    <a16:creationId xmlns:a16="http://schemas.microsoft.com/office/drawing/2014/main" id="{402F7A4D-3B39-73F6-284D-1E0FABDFA8C9}"/>
                  </a:ext>
                </a:extLst>
              </p:cNvPr>
              <p:cNvSpPr/>
              <p:nvPr userDrawn="1"/>
            </p:nvSpPr>
            <p:spPr>
              <a:xfrm>
                <a:off x="218711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8" name="Овал 7">
                <a:extLst>
                  <a:ext uri="{FF2B5EF4-FFF2-40B4-BE49-F238E27FC236}">
                    <a16:creationId xmlns:a16="http://schemas.microsoft.com/office/drawing/2014/main" id="{B6716CBC-ADFE-D671-A08E-6B4C75903E21}"/>
                  </a:ext>
                </a:extLst>
              </p:cNvPr>
              <p:cNvSpPr/>
              <p:nvPr userDrawn="1"/>
            </p:nvSpPr>
            <p:spPr>
              <a:xfrm>
                <a:off x="291705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9" name="Овал 8">
                <a:extLst>
                  <a:ext uri="{FF2B5EF4-FFF2-40B4-BE49-F238E27FC236}">
                    <a16:creationId xmlns:a16="http://schemas.microsoft.com/office/drawing/2014/main" id="{E3421906-80D7-8010-744B-30D60CD06E01}"/>
                  </a:ext>
                </a:extLst>
              </p:cNvPr>
              <p:cNvSpPr/>
              <p:nvPr userDrawn="1"/>
            </p:nvSpPr>
            <p:spPr>
              <a:xfrm>
                <a:off x="364699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0" name="Овал 9">
                <a:extLst>
                  <a:ext uri="{FF2B5EF4-FFF2-40B4-BE49-F238E27FC236}">
                    <a16:creationId xmlns:a16="http://schemas.microsoft.com/office/drawing/2014/main" id="{67005FB3-1E2C-C16C-F92F-22775F1AFBA5}"/>
                  </a:ext>
                </a:extLst>
              </p:cNvPr>
              <p:cNvSpPr/>
              <p:nvPr userDrawn="1"/>
            </p:nvSpPr>
            <p:spPr>
              <a:xfrm>
                <a:off x="437693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1" name="Овал 10">
                <a:extLst>
                  <a:ext uri="{FF2B5EF4-FFF2-40B4-BE49-F238E27FC236}">
                    <a16:creationId xmlns:a16="http://schemas.microsoft.com/office/drawing/2014/main" id="{787FAF4D-C41F-9945-AB8B-269CDB1DE644}"/>
                  </a:ext>
                </a:extLst>
              </p:cNvPr>
              <p:cNvSpPr/>
              <p:nvPr userDrawn="1"/>
            </p:nvSpPr>
            <p:spPr>
              <a:xfrm>
                <a:off x="510687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2" name="Овал 11">
                <a:extLst>
                  <a:ext uri="{FF2B5EF4-FFF2-40B4-BE49-F238E27FC236}">
                    <a16:creationId xmlns:a16="http://schemas.microsoft.com/office/drawing/2014/main" id="{13F0F93C-AF48-B066-29BB-BB6F22FA2462}"/>
                  </a:ext>
                </a:extLst>
              </p:cNvPr>
              <p:cNvSpPr/>
              <p:nvPr userDrawn="1"/>
            </p:nvSpPr>
            <p:spPr>
              <a:xfrm>
                <a:off x="583681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3" name="Овал 12">
                <a:extLst>
                  <a:ext uri="{FF2B5EF4-FFF2-40B4-BE49-F238E27FC236}">
                    <a16:creationId xmlns:a16="http://schemas.microsoft.com/office/drawing/2014/main" id="{AE9D3077-4ECD-8FC0-776E-A11EAB8DEE25}"/>
                  </a:ext>
                </a:extLst>
              </p:cNvPr>
              <p:cNvSpPr/>
              <p:nvPr userDrawn="1"/>
            </p:nvSpPr>
            <p:spPr>
              <a:xfrm>
                <a:off x="656675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4" name="Овал 13">
                <a:extLst>
                  <a:ext uri="{FF2B5EF4-FFF2-40B4-BE49-F238E27FC236}">
                    <a16:creationId xmlns:a16="http://schemas.microsoft.com/office/drawing/2014/main" id="{541598B5-675E-29F5-23C8-9043CF68536A}"/>
                  </a:ext>
                </a:extLst>
              </p:cNvPr>
              <p:cNvSpPr/>
              <p:nvPr userDrawn="1"/>
            </p:nvSpPr>
            <p:spPr>
              <a:xfrm>
                <a:off x="729669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5" name="Овал 14">
                <a:extLst>
                  <a:ext uri="{FF2B5EF4-FFF2-40B4-BE49-F238E27FC236}">
                    <a16:creationId xmlns:a16="http://schemas.microsoft.com/office/drawing/2014/main" id="{31EA9C7A-CA24-23A0-0ACD-79DB513E79C5}"/>
                  </a:ext>
                </a:extLst>
              </p:cNvPr>
              <p:cNvSpPr/>
              <p:nvPr userDrawn="1"/>
            </p:nvSpPr>
            <p:spPr>
              <a:xfrm>
                <a:off x="802663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6" name="Овал 15">
                <a:extLst>
                  <a:ext uri="{FF2B5EF4-FFF2-40B4-BE49-F238E27FC236}">
                    <a16:creationId xmlns:a16="http://schemas.microsoft.com/office/drawing/2014/main" id="{BBAF9E68-8E5F-974C-1F26-0C07B068F779}"/>
                  </a:ext>
                </a:extLst>
              </p:cNvPr>
              <p:cNvSpPr/>
              <p:nvPr userDrawn="1"/>
            </p:nvSpPr>
            <p:spPr>
              <a:xfrm>
                <a:off x="875657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  <p:grpSp>
          <p:nvGrpSpPr>
            <p:cNvPr id="32" name="Группа 31">
              <a:extLst>
                <a:ext uri="{FF2B5EF4-FFF2-40B4-BE49-F238E27FC236}">
                  <a16:creationId xmlns:a16="http://schemas.microsoft.com/office/drawing/2014/main" id="{7B5B79EE-A48E-3D97-16B9-392B367161EA}"/>
                </a:ext>
              </a:extLst>
            </p:cNvPr>
            <p:cNvGrpSpPr/>
            <p:nvPr userDrawn="1"/>
          </p:nvGrpSpPr>
          <p:grpSpPr>
            <a:xfrm>
              <a:off x="731520" y="1354300"/>
              <a:ext cx="8075850" cy="50800"/>
              <a:chOff x="731520" y="670560"/>
              <a:chExt cx="8075850" cy="50800"/>
            </a:xfrm>
            <a:grpFill/>
          </p:grpSpPr>
          <p:sp>
            <p:nvSpPr>
              <p:cNvPr id="33" name="Овал 32">
                <a:extLst>
                  <a:ext uri="{FF2B5EF4-FFF2-40B4-BE49-F238E27FC236}">
                    <a16:creationId xmlns:a16="http://schemas.microsoft.com/office/drawing/2014/main" id="{01BB5F6F-0774-D0A0-9241-E43A1B1EEB54}"/>
                  </a:ext>
                </a:extLst>
              </p:cNvPr>
              <p:cNvSpPr/>
              <p:nvPr userDrawn="1"/>
            </p:nvSpPr>
            <p:spPr>
              <a:xfrm>
                <a:off x="73152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34" name="Овал 33">
                <a:extLst>
                  <a:ext uri="{FF2B5EF4-FFF2-40B4-BE49-F238E27FC236}">
                    <a16:creationId xmlns:a16="http://schemas.microsoft.com/office/drawing/2014/main" id="{AF08FF79-722C-0DFB-3534-BFD378125A62}"/>
                  </a:ext>
                </a:extLst>
              </p:cNvPr>
              <p:cNvSpPr/>
              <p:nvPr userDrawn="1"/>
            </p:nvSpPr>
            <p:spPr>
              <a:xfrm>
                <a:off x="145717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35" name="Овал 34">
                <a:extLst>
                  <a:ext uri="{FF2B5EF4-FFF2-40B4-BE49-F238E27FC236}">
                    <a16:creationId xmlns:a16="http://schemas.microsoft.com/office/drawing/2014/main" id="{26AA4802-F348-2EC6-C0BB-279A931A7173}"/>
                  </a:ext>
                </a:extLst>
              </p:cNvPr>
              <p:cNvSpPr/>
              <p:nvPr userDrawn="1"/>
            </p:nvSpPr>
            <p:spPr>
              <a:xfrm>
                <a:off x="218711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36" name="Овал 35">
                <a:extLst>
                  <a:ext uri="{FF2B5EF4-FFF2-40B4-BE49-F238E27FC236}">
                    <a16:creationId xmlns:a16="http://schemas.microsoft.com/office/drawing/2014/main" id="{D3CEA54C-B6DF-E2F4-22E5-E3C29D79D4C3}"/>
                  </a:ext>
                </a:extLst>
              </p:cNvPr>
              <p:cNvSpPr/>
              <p:nvPr userDrawn="1"/>
            </p:nvSpPr>
            <p:spPr>
              <a:xfrm>
                <a:off x="291705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37" name="Овал 36">
                <a:extLst>
                  <a:ext uri="{FF2B5EF4-FFF2-40B4-BE49-F238E27FC236}">
                    <a16:creationId xmlns:a16="http://schemas.microsoft.com/office/drawing/2014/main" id="{70603060-AA42-7D11-F293-E9FDE5AE0F8B}"/>
                  </a:ext>
                </a:extLst>
              </p:cNvPr>
              <p:cNvSpPr/>
              <p:nvPr userDrawn="1"/>
            </p:nvSpPr>
            <p:spPr>
              <a:xfrm>
                <a:off x="364699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38" name="Овал 37">
                <a:extLst>
                  <a:ext uri="{FF2B5EF4-FFF2-40B4-BE49-F238E27FC236}">
                    <a16:creationId xmlns:a16="http://schemas.microsoft.com/office/drawing/2014/main" id="{2D70EB86-305B-275C-0234-EFA048EAA3F9}"/>
                  </a:ext>
                </a:extLst>
              </p:cNvPr>
              <p:cNvSpPr/>
              <p:nvPr userDrawn="1"/>
            </p:nvSpPr>
            <p:spPr>
              <a:xfrm>
                <a:off x="437693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39" name="Овал 38">
                <a:extLst>
                  <a:ext uri="{FF2B5EF4-FFF2-40B4-BE49-F238E27FC236}">
                    <a16:creationId xmlns:a16="http://schemas.microsoft.com/office/drawing/2014/main" id="{936F3F27-9F53-9801-20C6-68FBF330BB37}"/>
                  </a:ext>
                </a:extLst>
              </p:cNvPr>
              <p:cNvSpPr/>
              <p:nvPr userDrawn="1"/>
            </p:nvSpPr>
            <p:spPr>
              <a:xfrm>
                <a:off x="510687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40" name="Овал 39">
                <a:extLst>
                  <a:ext uri="{FF2B5EF4-FFF2-40B4-BE49-F238E27FC236}">
                    <a16:creationId xmlns:a16="http://schemas.microsoft.com/office/drawing/2014/main" id="{61B77275-16CC-6F02-0A74-4FF412471089}"/>
                  </a:ext>
                </a:extLst>
              </p:cNvPr>
              <p:cNvSpPr/>
              <p:nvPr userDrawn="1"/>
            </p:nvSpPr>
            <p:spPr>
              <a:xfrm>
                <a:off x="583681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41" name="Овал 40">
                <a:extLst>
                  <a:ext uri="{FF2B5EF4-FFF2-40B4-BE49-F238E27FC236}">
                    <a16:creationId xmlns:a16="http://schemas.microsoft.com/office/drawing/2014/main" id="{062390DA-F375-521C-806D-ED627547DC0D}"/>
                  </a:ext>
                </a:extLst>
              </p:cNvPr>
              <p:cNvSpPr/>
              <p:nvPr userDrawn="1"/>
            </p:nvSpPr>
            <p:spPr>
              <a:xfrm>
                <a:off x="656675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42" name="Овал 41">
                <a:extLst>
                  <a:ext uri="{FF2B5EF4-FFF2-40B4-BE49-F238E27FC236}">
                    <a16:creationId xmlns:a16="http://schemas.microsoft.com/office/drawing/2014/main" id="{8988F183-2E8A-82A6-01AD-C3390BC6E49F}"/>
                  </a:ext>
                </a:extLst>
              </p:cNvPr>
              <p:cNvSpPr/>
              <p:nvPr userDrawn="1"/>
            </p:nvSpPr>
            <p:spPr>
              <a:xfrm>
                <a:off x="729669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43" name="Овал 42">
                <a:extLst>
                  <a:ext uri="{FF2B5EF4-FFF2-40B4-BE49-F238E27FC236}">
                    <a16:creationId xmlns:a16="http://schemas.microsoft.com/office/drawing/2014/main" id="{AB527B1B-6062-A396-CB05-26B3B72E599C}"/>
                  </a:ext>
                </a:extLst>
              </p:cNvPr>
              <p:cNvSpPr/>
              <p:nvPr userDrawn="1"/>
            </p:nvSpPr>
            <p:spPr>
              <a:xfrm>
                <a:off x="802663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44" name="Овал 43">
                <a:extLst>
                  <a:ext uri="{FF2B5EF4-FFF2-40B4-BE49-F238E27FC236}">
                    <a16:creationId xmlns:a16="http://schemas.microsoft.com/office/drawing/2014/main" id="{28299DE0-D70F-CB67-27BE-07B8BBDDABB1}"/>
                  </a:ext>
                </a:extLst>
              </p:cNvPr>
              <p:cNvSpPr/>
              <p:nvPr userDrawn="1"/>
            </p:nvSpPr>
            <p:spPr>
              <a:xfrm>
                <a:off x="875657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  <p:grpSp>
          <p:nvGrpSpPr>
            <p:cNvPr id="128" name="Группа 127">
              <a:extLst>
                <a:ext uri="{FF2B5EF4-FFF2-40B4-BE49-F238E27FC236}">
                  <a16:creationId xmlns:a16="http://schemas.microsoft.com/office/drawing/2014/main" id="{EA8A0D31-208B-9853-AA18-C30BE11AF9EF}"/>
                </a:ext>
              </a:extLst>
            </p:cNvPr>
            <p:cNvGrpSpPr/>
            <p:nvPr userDrawn="1"/>
          </p:nvGrpSpPr>
          <p:grpSpPr>
            <a:xfrm>
              <a:off x="731520" y="2062754"/>
              <a:ext cx="8075850" cy="50800"/>
              <a:chOff x="731520" y="670560"/>
              <a:chExt cx="8075850" cy="50800"/>
            </a:xfrm>
            <a:grpFill/>
          </p:grpSpPr>
          <p:sp>
            <p:nvSpPr>
              <p:cNvPr id="129" name="Овал 128">
                <a:extLst>
                  <a:ext uri="{FF2B5EF4-FFF2-40B4-BE49-F238E27FC236}">
                    <a16:creationId xmlns:a16="http://schemas.microsoft.com/office/drawing/2014/main" id="{DF6C5202-B6C7-CC91-7644-D13DA2524746}"/>
                  </a:ext>
                </a:extLst>
              </p:cNvPr>
              <p:cNvSpPr/>
              <p:nvPr userDrawn="1"/>
            </p:nvSpPr>
            <p:spPr>
              <a:xfrm>
                <a:off x="73152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30" name="Овал 129">
                <a:extLst>
                  <a:ext uri="{FF2B5EF4-FFF2-40B4-BE49-F238E27FC236}">
                    <a16:creationId xmlns:a16="http://schemas.microsoft.com/office/drawing/2014/main" id="{E70F337A-206B-E56B-BA62-9CB65B98C196}"/>
                  </a:ext>
                </a:extLst>
              </p:cNvPr>
              <p:cNvSpPr/>
              <p:nvPr userDrawn="1"/>
            </p:nvSpPr>
            <p:spPr>
              <a:xfrm>
                <a:off x="145717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31" name="Овал 130">
                <a:extLst>
                  <a:ext uri="{FF2B5EF4-FFF2-40B4-BE49-F238E27FC236}">
                    <a16:creationId xmlns:a16="http://schemas.microsoft.com/office/drawing/2014/main" id="{AF1C029B-EA18-6B15-C35E-1036CCEEBB2C}"/>
                  </a:ext>
                </a:extLst>
              </p:cNvPr>
              <p:cNvSpPr/>
              <p:nvPr userDrawn="1"/>
            </p:nvSpPr>
            <p:spPr>
              <a:xfrm>
                <a:off x="218711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32" name="Овал 131">
                <a:extLst>
                  <a:ext uri="{FF2B5EF4-FFF2-40B4-BE49-F238E27FC236}">
                    <a16:creationId xmlns:a16="http://schemas.microsoft.com/office/drawing/2014/main" id="{62768765-F6B9-15D8-9642-D9D3F8548DA9}"/>
                  </a:ext>
                </a:extLst>
              </p:cNvPr>
              <p:cNvSpPr/>
              <p:nvPr userDrawn="1"/>
            </p:nvSpPr>
            <p:spPr>
              <a:xfrm>
                <a:off x="291705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33" name="Овал 132">
                <a:extLst>
                  <a:ext uri="{FF2B5EF4-FFF2-40B4-BE49-F238E27FC236}">
                    <a16:creationId xmlns:a16="http://schemas.microsoft.com/office/drawing/2014/main" id="{BE81DC64-0E03-4388-7DD9-78F166A0DC06}"/>
                  </a:ext>
                </a:extLst>
              </p:cNvPr>
              <p:cNvSpPr/>
              <p:nvPr userDrawn="1"/>
            </p:nvSpPr>
            <p:spPr>
              <a:xfrm>
                <a:off x="364699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34" name="Овал 133">
                <a:extLst>
                  <a:ext uri="{FF2B5EF4-FFF2-40B4-BE49-F238E27FC236}">
                    <a16:creationId xmlns:a16="http://schemas.microsoft.com/office/drawing/2014/main" id="{1A30A618-E1C5-B9DF-A375-DDC28C45CC70}"/>
                  </a:ext>
                </a:extLst>
              </p:cNvPr>
              <p:cNvSpPr/>
              <p:nvPr userDrawn="1"/>
            </p:nvSpPr>
            <p:spPr>
              <a:xfrm>
                <a:off x="437693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35" name="Овал 134">
                <a:extLst>
                  <a:ext uri="{FF2B5EF4-FFF2-40B4-BE49-F238E27FC236}">
                    <a16:creationId xmlns:a16="http://schemas.microsoft.com/office/drawing/2014/main" id="{4795DD14-80A5-202B-CDDE-D7A5D221D76A}"/>
                  </a:ext>
                </a:extLst>
              </p:cNvPr>
              <p:cNvSpPr/>
              <p:nvPr userDrawn="1"/>
            </p:nvSpPr>
            <p:spPr>
              <a:xfrm>
                <a:off x="510687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36" name="Овал 135">
                <a:extLst>
                  <a:ext uri="{FF2B5EF4-FFF2-40B4-BE49-F238E27FC236}">
                    <a16:creationId xmlns:a16="http://schemas.microsoft.com/office/drawing/2014/main" id="{3E07917D-5FBF-C2EC-288C-1E8CA3821614}"/>
                  </a:ext>
                </a:extLst>
              </p:cNvPr>
              <p:cNvSpPr/>
              <p:nvPr userDrawn="1"/>
            </p:nvSpPr>
            <p:spPr>
              <a:xfrm>
                <a:off x="583681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37" name="Овал 136">
                <a:extLst>
                  <a:ext uri="{FF2B5EF4-FFF2-40B4-BE49-F238E27FC236}">
                    <a16:creationId xmlns:a16="http://schemas.microsoft.com/office/drawing/2014/main" id="{49775266-C9EC-8DE1-A4D7-6D286EF9E0B1}"/>
                  </a:ext>
                </a:extLst>
              </p:cNvPr>
              <p:cNvSpPr/>
              <p:nvPr userDrawn="1"/>
            </p:nvSpPr>
            <p:spPr>
              <a:xfrm>
                <a:off x="656675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38" name="Овал 137">
                <a:extLst>
                  <a:ext uri="{FF2B5EF4-FFF2-40B4-BE49-F238E27FC236}">
                    <a16:creationId xmlns:a16="http://schemas.microsoft.com/office/drawing/2014/main" id="{42D19CAE-57BB-4854-1D92-36BE072865DE}"/>
                  </a:ext>
                </a:extLst>
              </p:cNvPr>
              <p:cNvSpPr/>
              <p:nvPr userDrawn="1"/>
            </p:nvSpPr>
            <p:spPr>
              <a:xfrm>
                <a:off x="729669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39" name="Овал 138">
                <a:extLst>
                  <a:ext uri="{FF2B5EF4-FFF2-40B4-BE49-F238E27FC236}">
                    <a16:creationId xmlns:a16="http://schemas.microsoft.com/office/drawing/2014/main" id="{62BB8C15-D83F-7670-BD76-F53B23601D2F}"/>
                  </a:ext>
                </a:extLst>
              </p:cNvPr>
              <p:cNvSpPr/>
              <p:nvPr userDrawn="1"/>
            </p:nvSpPr>
            <p:spPr>
              <a:xfrm>
                <a:off x="802663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40" name="Овал 139">
                <a:extLst>
                  <a:ext uri="{FF2B5EF4-FFF2-40B4-BE49-F238E27FC236}">
                    <a16:creationId xmlns:a16="http://schemas.microsoft.com/office/drawing/2014/main" id="{B9744941-A65D-06AF-4B5B-C1AE7235F57C}"/>
                  </a:ext>
                </a:extLst>
              </p:cNvPr>
              <p:cNvSpPr/>
              <p:nvPr userDrawn="1"/>
            </p:nvSpPr>
            <p:spPr>
              <a:xfrm>
                <a:off x="875657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  <p:grpSp>
          <p:nvGrpSpPr>
            <p:cNvPr id="141" name="Группа 140">
              <a:extLst>
                <a:ext uri="{FF2B5EF4-FFF2-40B4-BE49-F238E27FC236}">
                  <a16:creationId xmlns:a16="http://schemas.microsoft.com/office/drawing/2014/main" id="{A649E183-0FF2-4E88-6014-142539524DC7}"/>
                </a:ext>
              </a:extLst>
            </p:cNvPr>
            <p:cNvGrpSpPr/>
            <p:nvPr userDrawn="1"/>
          </p:nvGrpSpPr>
          <p:grpSpPr>
            <a:xfrm>
              <a:off x="731520" y="2777673"/>
              <a:ext cx="8075850" cy="50800"/>
              <a:chOff x="731520" y="670560"/>
              <a:chExt cx="8075850" cy="50800"/>
            </a:xfrm>
            <a:grpFill/>
          </p:grpSpPr>
          <p:sp>
            <p:nvSpPr>
              <p:cNvPr id="142" name="Овал 141">
                <a:extLst>
                  <a:ext uri="{FF2B5EF4-FFF2-40B4-BE49-F238E27FC236}">
                    <a16:creationId xmlns:a16="http://schemas.microsoft.com/office/drawing/2014/main" id="{6191C992-6ED6-581A-33B1-01A3636D04EC}"/>
                  </a:ext>
                </a:extLst>
              </p:cNvPr>
              <p:cNvSpPr/>
              <p:nvPr userDrawn="1"/>
            </p:nvSpPr>
            <p:spPr>
              <a:xfrm>
                <a:off x="73152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43" name="Овал 142">
                <a:extLst>
                  <a:ext uri="{FF2B5EF4-FFF2-40B4-BE49-F238E27FC236}">
                    <a16:creationId xmlns:a16="http://schemas.microsoft.com/office/drawing/2014/main" id="{91C0EEC8-E50D-3CDE-60B1-B5B5FCD5F1FD}"/>
                  </a:ext>
                </a:extLst>
              </p:cNvPr>
              <p:cNvSpPr/>
              <p:nvPr userDrawn="1"/>
            </p:nvSpPr>
            <p:spPr>
              <a:xfrm>
                <a:off x="145717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44" name="Овал 143">
                <a:extLst>
                  <a:ext uri="{FF2B5EF4-FFF2-40B4-BE49-F238E27FC236}">
                    <a16:creationId xmlns:a16="http://schemas.microsoft.com/office/drawing/2014/main" id="{A8876C72-3CEB-C31C-7EAC-9112AA39AE20}"/>
                  </a:ext>
                </a:extLst>
              </p:cNvPr>
              <p:cNvSpPr/>
              <p:nvPr userDrawn="1"/>
            </p:nvSpPr>
            <p:spPr>
              <a:xfrm>
                <a:off x="218711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45" name="Овал 144">
                <a:extLst>
                  <a:ext uri="{FF2B5EF4-FFF2-40B4-BE49-F238E27FC236}">
                    <a16:creationId xmlns:a16="http://schemas.microsoft.com/office/drawing/2014/main" id="{0ED34D4C-C30D-2686-97AD-378F0A6A0ED6}"/>
                  </a:ext>
                </a:extLst>
              </p:cNvPr>
              <p:cNvSpPr/>
              <p:nvPr userDrawn="1"/>
            </p:nvSpPr>
            <p:spPr>
              <a:xfrm>
                <a:off x="291705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46" name="Овал 145">
                <a:extLst>
                  <a:ext uri="{FF2B5EF4-FFF2-40B4-BE49-F238E27FC236}">
                    <a16:creationId xmlns:a16="http://schemas.microsoft.com/office/drawing/2014/main" id="{2659F737-A2AD-A3BF-2E7F-246ECB6904CF}"/>
                  </a:ext>
                </a:extLst>
              </p:cNvPr>
              <p:cNvSpPr/>
              <p:nvPr userDrawn="1"/>
            </p:nvSpPr>
            <p:spPr>
              <a:xfrm>
                <a:off x="364699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47" name="Овал 146">
                <a:extLst>
                  <a:ext uri="{FF2B5EF4-FFF2-40B4-BE49-F238E27FC236}">
                    <a16:creationId xmlns:a16="http://schemas.microsoft.com/office/drawing/2014/main" id="{C27AB7A2-DAF9-5632-BF1C-98BD0ED7BCBB}"/>
                  </a:ext>
                </a:extLst>
              </p:cNvPr>
              <p:cNvSpPr/>
              <p:nvPr userDrawn="1"/>
            </p:nvSpPr>
            <p:spPr>
              <a:xfrm>
                <a:off x="437693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48" name="Овал 147">
                <a:extLst>
                  <a:ext uri="{FF2B5EF4-FFF2-40B4-BE49-F238E27FC236}">
                    <a16:creationId xmlns:a16="http://schemas.microsoft.com/office/drawing/2014/main" id="{F6A856ED-B375-CC83-E5FE-21EBF5AA7BAD}"/>
                  </a:ext>
                </a:extLst>
              </p:cNvPr>
              <p:cNvSpPr/>
              <p:nvPr userDrawn="1"/>
            </p:nvSpPr>
            <p:spPr>
              <a:xfrm>
                <a:off x="510687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49" name="Овал 148">
                <a:extLst>
                  <a:ext uri="{FF2B5EF4-FFF2-40B4-BE49-F238E27FC236}">
                    <a16:creationId xmlns:a16="http://schemas.microsoft.com/office/drawing/2014/main" id="{7F121378-FF11-27B5-EB2E-82A926AB22B1}"/>
                  </a:ext>
                </a:extLst>
              </p:cNvPr>
              <p:cNvSpPr/>
              <p:nvPr userDrawn="1"/>
            </p:nvSpPr>
            <p:spPr>
              <a:xfrm>
                <a:off x="583681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50" name="Овал 149">
                <a:extLst>
                  <a:ext uri="{FF2B5EF4-FFF2-40B4-BE49-F238E27FC236}">
                    <a16:creationId xmlns:a16="http://schemas.microsoft.com/office/drawing/2014/main" id="{449830E8-1416-1B12-C8FA-F88F0C18C106}"/>
                  </a:ext>
                </a:extLst>
              </p:cNvPr>
              <p:cNvSpPr/>
              <p:nvPr userDrawn="1"/>
            </p:nvSpPr>
            <p:spPr>
              <a:xfrm>
                <a:off x="656675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51" name="Овал 150">
                <a:extLst>
                  <a:ext uri="{FF2B5EF4-FFF2-40B4-BE49-F238E27FC236}">
                    <a16:creationId xmlns:a16="http://schemas.microsoft.com/office/drawing/2014/main" id="{5496E25D-0B89-0C18-0F12-CA04904CF87D}"/>
                  </a:ext>
                </a:extLst>
              </p:cNvPr>
              <p:cNvSpPr/>
              <p:nvPr userDrawn="1"/>
            </p:nvSpPr>
            <p:spPr>
              <a:xfrm>
                <a:off x="729669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52" name="Овал 151">
                <a:extLst>
                  <a:ext uri="{FF2B5EF4-FFF2-40B4-BE49-F238E27FC236}">
                    <a16:creationId xmlns:a16="http://schemas.microsoft.com/office/drawing/2014/main" id="{CFFFC7D4-3465-4011-7BDF-C5575B4A3ADD}"/>
                  </a:ext>
                </a:extLst>
              </p:cNvPr>
              <p:cNvSpPr/>
              <p:nvPr userDrawn="1"/>
            </p:nvSpPr>
            <p:spPr>
              <a:xfrm>
                <a:off x="802663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53" name="Овал 152">
                <a:extLst>
                  <a:ext uri="{FF2B5EF4-FFF2-40B4-BE49-F238E27FC236}">
                    <a16:creationId xmlns:a16="http://schemas.microsoft.com/office/drawing/2014/main" id="{7483F722-AED6-CECE-9C31-EE7F82E8FEED}"/>
                  </a:ext>
                </a:extLst>
              </p:cNvPr>
              <p:cNvSpPr/>
              <p:nvPr userDrawn="1"/>
            </p:nvSpPr>
            <p:spPr>
              <a:xfrm>
                <a:off x="875657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  <p:grpSp>
          <p:nvGrpSpPr>
            <p:cNvPr id="154" name="Группа 153">
              <a:extLst>
                <a:ext uri="{FF2B5EF4-FFF2-40B4-BE49-F238E27FC236}">
                  <a16:creationId xmlns:a16="http://schemas.microsoft.com/office/drawing/2014/main" id="{43D81B9B-DBCC-0EC3-10E2-85ACE27D5D6E}"/>
                </a:ext>
              </a:extLst>
            </p:cNvPr>
            <p:cNvGrpSpPr/>
            <p:nvPr userDrawn="1"/>
          </p:nvGrpSpPr>
          <p:grpSpPr>
            <a:xfrm>
              <a:off x="731520" y="3475802"/>
              <a:ext cx="8075850" cy="50800"/>
              <a:chOff x="731520" y="670560"/>
              <a:chExt cx="8075850" cy="50800"/>
            </a:xfrm>
            <a:grpFill/>
          </p:grpSpPr>
          <p:sp>
            <p:nvSpPr>
              <p:cNvPr id="155" name="Овал 154">
                <a:extLst>
                  <a:ext uri="{FF2B5EF4-FFF2-40B4-BE49-F238E27FC236}">
                    <a16:creationId xmlns:a16="http://schemas.microsoft.com/office/drawing/2014/main" id="{9BCC341E-7FC9-F2CB-FC9C-EB760B6DF402}"/>
                  </a:ext>
                </a:extLst>
              </p:cNvPr>
              <p:cNvSpPr/>
              <p:nvPr userDrawn="1"/>
            </p:nvSpPr>
            <p:spPr>
              <a:xfrm>
                <a:off x="73152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57" name="Овал 156">
                <a:extLst>
                  <a:ext uri="{FF2B5EF4-FFF2-40B4-BE49-F238E27FC236}">
                    <a16:creationId xmlns:a16="http://schemas.microsoft.com/office/drawing/2014/main" id="{31339C42-4E4A-FB13-193F-06D66A787F7C}"/>
                  </a:ext>
                </a:extLst>
              </p:cNvPr>
              <p:cNvSpPr/>
              <p:nvPr userDrawn="1"/>
            </p:nvSpPr>
            <p:spPr>
              <a:xfrm>
                <a:off x="145717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58" name="Овал 157">
                <a:extLst>
                  <a:ext uri="{FF2B5EF4-FFF2-40B4-BE49-F238E27FC236}">
                    <a16:creationId xmlns:a16="http://schemas.microsoft.com/office/drawing/2014/main" id="{B919E6AC-48D0-B9AA-0EC0-7E3573463877}"/>
                  </a:ext>
                </a:extLst>
              </p:cNvPr>
              <p:cNvSpPr/>
              <p:nvPr userDrawn="1"/>
            </p:nvSpPr>
            <p:spPr>
              <a:xfrm>
                <a:off x="218711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59" name="Овал 158">
                <a:extLst>
                  <a:ext uri="{FF2B5EF4-FFF2-40B4-BE49-F238E27FC236}">
                    <a16:creationId xmlns:a16="http://schemas.microsoft.com/office/drawing/2014/main" id="{8979A6BD-8964-6AF7-C8A2-5E2739122EB5}"/>
                  </a:ext>
                </a:extLst>
              </p:cNvPr>
              <p:cNvSpPr/>
              <p:nvPr userDrawn="1"/>
            </p:nvSpPr>
            <p:spPr>
              <a:xfrm>
                <a:off x="291705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60" name="Овал 159">
                <a:extLst>
                  <a:ext uri="{FF2B5EF4-FFF2-40B4-BE49-F238E27FC236}">
                    <a16:creationId xmlns:a16="http://schemas.microsoft.com/office/drawing/2014/main" id="{B42B1C1A-33AA-0AA5-5504-2CD983DBE9E6}"/>
                  </a:ext>
                </a:extLst>
              </p:cNvPr>
              <p:cNvSpPr/>
              <p:nvPr userDrawn="1"/>
            </p:nvSpPr>
            <p:spPr>
              <a:xfrm>
                <a:off x="364699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61" name="Овал 160">
                <a:extLst>
                  <a:ext uri="{FF2B5EF4-FFF2-40B4-BE49-F238E27FC236}">
                    <a16:creationId xmlns:a16="http://schemas.microsoft.com/office/drawing/2014/main" id="{A3A388B0-8A41-8CB5-CD62-EA1EC38B9B62}"/>
                  </a:ext>
                </a:extLst>
              </p:cNvPr>
              <p:cNvSpPr/>
              <p:nvPr userDrawn="1"/>
            </p:nvSpPr>
            <p:spPr>
              <a:xfrm>
                <a:off x="437693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62" name="Овал 161">
                <a:extLst>
                  <a:ext uri="{FF2B5EF4-FFF2-40B4-BE49-F238E27FC236}">
                    <a16:creationId xmlns:a16="http://schemas.microsoft.com/office/drawing/2014/main" id="{E0573775-4755-377B-89AD-B07C21E27F93}"/>
                  </a:ext>
                </a:extLst>
              </p:cNvPr>
              <p:cNvSpPr/>
              <p:nvPr userDrawn="1"/>
            </p:nvSpPr>
            <p:spPr>
              <a:xfrm>
                <a:off x="510687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63" name="Овал 162">
                <a:extLst>
                  <a:ext uri="{FF2B5EF4-FFF2-40B4-BE49-F238E27FC236}">
                    <a16:creationId xmlns:a16="http://schemas.microsoft.com/office/drawing/2014/main" id="{620389AF-8996-E24E-C669-417B72D54D56}"/>
                  </a:ext>
                </a:extLst>
              </p:cNvPr>
              <p:cNvSpPr/>
              <p:nvPr userDrawn="1"/>
            </p:nvSpPr>
            <p:spPr>
              <a:xfrm>
                <a:off x="583681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64" name="Овал 163">
                <a:extLst>
                  <a:ext uri="{FF2B5EF4-FFF2-40B4-BE49-F238E27FC236}">
                    <a16:creationId xmlns:a16="http://schemas.microsoft.com/office/drawing/2014/main" id="{DF965211-8D62-DAF4-AD30-FF911CD2E6E9}"/>
                  </a:ext>
                </a:extLst>
              </p:cNvPr>
              <p:cNvSpPr/>
              <p:nvPr userDrawn="1"/>
            </p:nvSpPr>
            <p:spPr>
              <a:xfrm>
                <a:off x="656675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65" name="Овал 164">
                <a:extLst>
                  <a:ext uri="{FF2B5EF4-FFF2-40B4-BE49-F238E27FC236}">
                    <a16:creationId xmlns:a16="http://schemas.microsoft.com/office/drawing/2014/main" id="{47C5C140-6AC7-4267-C005-55DDDE5020C7}"/>
                  </a:ext>
                </a:extLst>
              </p:cNvPr>
              <p:cNvSpPr/>
              <p:nvPr userDrawn="1"/>
            </p:nvSpPr>
            <p:spPr>
              <a:xfrm>
                <a:off x="729669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66" name="Овал 165">
                <a:extLst>
                  <a:ext uri="{FF2B5EF4-FFF2-40B4-BE49-F238E27FC236}">
                    <a16:creationId xmlns:a16="http://schemas.microsoft.com/office/drawing/2014/main" id="{B47E6D64-B7A2-E1BA-3856-36770A66972C}"/>
                  </a:ext>
                </a:extLst>
              </p:cNvPr>
              <p:cNvSpPr/>
              <p:nvPr userDrawn="1"/>
            </p:nvSpPr>
            <p:spPr>
              <a:xfrm>
                <a:off x="802663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67" name="Овал 166">
                <a:extLst>
                  <a:ext uri="{FF2B5EF4-FFF2-40B4-BE49-F238E27FC236}">
                    <a16:creationId xmlns:a16="http://schemas.microsoft.com/office/drawing/2014/main" id="{C68E983A-A327-1733-4A0F-D1B346416557}"/>
                  </a:ext>
                </a:extLst>
              </p:cNvPr>
              <p:cNvSpPr/>
              <p:nvPr userDrawn="1"/>
            </p:nvSpPr>
            <p:spPr>
              <a:xfrm>
                <a:off x="875657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  <p:grpSp>
          <p:nvGrpSpPr>
            <p:cNvPr id="168" name="Группа 167">
              <a:extLst>
                <a:ext uri="{FF2B5EF4-FFF2-40B4-BE49-F238E27FC236}">
                  <a16:creationId xmlns:a16="http://schemas.microsoft.com/office/drawing/2014/main" id="{6BF08605-6B40-032D-D876-2FC35B1C6EFF}"/>
                </a:ext>
              </a:extLst>
            </p:cNvPr>
            <p:cNvGrpSpPr/>
            <p:nvPr userDrawn="1"/>
          </p:nvGrpSpPr>
          <p:grpSpPr>
            <a:xfrm>
              <a:off x="731520" y="4179065"/>
              <a:ext cx="8075850" cy="50800"/>
              <a:chOff x="731520" y="670560"/>
              <a:chExt cx="8075850" cy="50800"/>
            </a:xfrm>
            <a:grpFill/>
          </p:grpSpPr>
          <p:sp>
            <p:nvSpPr>
              <p:cNvPr id="169" name="Овал 168">
                <a:extLst>
                  <a:ext uri="{FF2B5EF4-FFF2-40B4-BE49-F238E27FC236}">
                    <a16:creationId xmlns:a16="http://schemas.microsoft.com/office/drawing/2014/main" id="{29FB61B4-6F35-DB33-F301-CCC9A3BA1D4A}"/>
                  </a:ext>
                </a:extLst>
              </p:cNvPr>
              <p:cNvSpPr/>
              <p:nvPr userDrawn="1"/>
            </p:nvSpPr>
            <p:spPr>
              <a:xfrm>
                <a:off x="73152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70" name="Овал 169">
                <a:extLst>
                  <a:ext uri="{FF2B5EF4-FFF2-40B4-BE49-F238E27FC236}">
                    <a16:creationId xmlns:a16="http://schemas.microsoft.com/office/drawing/2014/main" id="{5261B2A0-2F94-9EF7-D3D6-08F00AB1FF75}"/>
                  </a:ext>
                </a:extLst>
              </p:cNvPr>
              <p:cNvSpPr/>
              <p:nvPr userDrawn="1"/>
            </p:nvSpPr>
            <p:spPr>
              <a:xfrm>
                <a:off x="145717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71" name="Овал 170">
                <a:extLst>
                  <a:ext uri="{FF2B5EF4-FFF2-40B4-BE49-F238E27FC236}">
                    <a16:creationId xmlns:a16="http://schemas.microsoft.com/office/drawing/2014/main" id="{7E4E31D5-65D0-3366-74B9-72F715BC01C0}"/>
                  </a:ext>
                </a:extLst>
              </p:cNvPr>
              <p:cNvSpPr/>
              <p:nvPr userDrawn="1"/>
            </p:nvSpPr>
            <p:spPr>
              <a:xfrm>
                <a:off x="218711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72" name="Овал 171">
                <a:extLst>
                  <a:ext uri="{FF2B5EF4-FFF2-40B4-BE49-F238E27FC236}">
                    <a16:creationId xmlns:a16="http://schemas.microsoft.com/office/drawing/2014/main" id="{92A44E3F-CFE2-7FAB-CCE2-B4C5A330B491}"/>
                  </a:ext>
                </a:extLst>
              </p:cNvPr>
              <p:cNvSpPr/>
              <p:nvPr userDrawn="1"/>
            </p:nvSpPr>
            <p:spPr>
              <a:xfrm>
                <a:off x="291705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73" name="Овал 172">
                <a:extLst>
                  <a:ext uri="{FF2B5EF4-FFF2-40B4-BE49-F238E27FC236}">
                    <a16:creationId xmlns:a16="http://schemas.microsoft.com/office/drawing/2014/main" id="{052436BD-1294-F690-EDDD-FF8CD5F47DC3}"/>
                  </a:ext>
                </a:extLst>
              </p:cNvPr>
              <p:cNvSpPr/>
              <p:nvPr userDrawn="1"/>
            </p:nvSpPr>
            <p:spPr>
              <a:xfrm>
                <a:off x="364699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74" name="Овал 173">
                <a:extLst>
                  <a:ext uri="{FF2B5EF4-FFF2-40B4-BE49-F238E27FC236}">
                    <a16:creationId xmlns:a16="http://schemas.microsoft.com/office/drawing/2014/main" id="{032827D9-5568-108B-6414-CF321B09E823}"/>
                  </a:ext>
                </a:extLst>
              </p:cNvPr>
              <p:cNvSpPr/>
              <p:nvPr userDrawn="1"/>
            </p:nvSpPr>
            <p:spPr>
              <a:xfrm>
                <a:off x="437693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75" name="Овал 174">
                <a:extLst>
                  <a:ext uri="{FF2B5EF4-FFF2-40B4-BE49-F238E27FC236}">
                    <a16:creationId xmlns:a16="http://schemas.microsoft.com/office/drawing/2014/main" id="{4707B77D-7912-92EB-3477-DBEB542F07A1}"/>
                  </a:ext>
                </a:extLst>
              </p:cNvPr>
              <p:cNvSpPr/>
              <p:nvPr userDrawn="1"/>
            </p:nvSpPr>
            <p:spPr>
              <a:xfrm>
                <a:off x="510687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76" name="Овал 175">
                <a:extLst>
                  <a:ext uri="{FF2B5EF4-FFF2-40B4-BE49-F238E27FC236}">
                    <a16:creationId xmlns:a16="http://schemas.microsoft.com/office/drawing/2014/main" id="{008ABBCF-B97A-33DF-D03D-CDB0CBBC3CC9}"/>
                  </a:ext>
                </a:extLst>
              </p:cNvPr>
              <p:cNvSpPr/>
              <p:nvPr userDrawn="1"/>
            </p:nvSpPr>
            <p:spPr>
              <a:xfrm>
                <a:off x="583681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77" name="Овал 176">
                <a:extLst>
                  <a:ext uri="{FF2B5EF4-FFF2-40B4-BE49-F238E27FC236}">
                    <a16:creationId xmlns:a16="http://schemas.microsoft.com/office/drawing/2014/main" id="{3D9C1546-19E1-E379-B9A5-E0D9DE429B46}"/>
                  </a:ext>
                </a:extLst>
              </p:cNvPr>
              <p:cNvSpPr/>
              <p:nvPr userDrawn="1"/>
            </p:nvSpPr>
            <p:spPr>
              <a:xfrm>
                <a:off x="656675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78" name="Овал 177">
                <a:extLst>
                  <a:ext uri="{FF2B5EF4-FFF2-40B4-BE49-F238E27FC236}">
                    <a16:creationId xmlns:a16="http://schemas.microsoft.com/office/drawing/2014/main" id="{860709F4-8040-FA75-9CBD-EAEFEB783391}"/>
                  </a:ext>
                </a:extLst>
              </p:cNvPr>
              <p:cNvSpPr/>
              <p:nvPr userDrawn="1"/>
            </p:nvSpPr>
            <p:spPr>
              <a:xfrm>
                <a:off x="729669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79" name="Овал 178">
                <a:extLst>
                  <a:ext uri="{FF2B5EF4-FFF2-40B4-BE49-F238E27FC236}">
                    <a16:creationId xmlns:a16="http://schemas.microsoft.com/office/drawing/2014/main" id="{3113EBDF-C2DD-AB54-F319-488257E0AF91}"/>
                  </a:ext>
                </a:extLst>
              </p:cNvPr>
              <p:cNvSpPr/>
              <p:nvPr userDrawn="1"/>
            </p:nvSpPr>
            <p:spPr>
              <a:xfrm>
                <a:off x="802663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80" name="Овал 179">
                <a:extLst>
                  <a:ext uri="{FF2B5EF4-FFF2-40B4-BE49-F238E27FC236}">
                    <a16:creationId xmlns:a16="http://schemas.microsoft.com/office/drawing/2014/main" id="{6DFA5CA6-AC4F-F1E5-0FB0-75E96F43C76F}"/>
                  </a:ext>
                </a:extLst>
              </p:cNvPr>
              <p:cNvSpPr/>
              <p:nvPr userDrawn="1"/>
            </p:nvSpPr>
            <p:spPr>
              <a:xfrm>
                <a:off x="875657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</p:grp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объект" preserve="1" userDrawn="1">
  <p:cSld name="1_Заголовок и объект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983C0EA5-1832-61E6-13C9-564BA366A6A8}"/>
              </a:ext>
            </a:extLst>
          </p:cNvPr>
          <p:cNvSpPr/>
          <p:nvPr userDrawn="1"/>
        </p:nvSpPr>
        <p:spPr>
          <a:xfrm>
            <a:off x="-16990" y="-5686"/>
            <a:ext cx="9160990" cy="5149186"/>
          </a:xfrm>
          <a:prstGeom prst="rect">
            <a:avLst/>
          </a:prstGeom>
          <a:gradFill>
            <a:gsLst>
              <a:gs pos="2597">
                <a:srgbClr val="0C056D"/>
              </a:gs>
              <a:gs pos="100000">
                <a:srgbClr val="5A90BE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73AB1C6-B33F-1644-83B1-1157CE61B97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7528560" y="137993"/>
            <a:ext cx="1402964" cy="324653"/>
          </a:xfrm>
          <a:prstGeom prst="rect">
            <a:avLst/>
          </a:prstGeom>
        </p:spPr>
      </p:pic>
      <p:grpSp>
        <p:nvGrpSpPr>
          <p:cNvPr id="5" name="Группа 4">
            <a:extLst>
              <a:ext uri="{FF2B5EF4-FFF2-40B4-BE49-F238E27FC236}">
                <a16:creationId xmlns:a16="http://schemas.microsoft.com/office/drawing/2014/main" id="{50F4C987-9D45-C0CA-ECA2-722F79D534C6}"/>
              </a:ext>
            </a:extLst>
          </p:cNvPr>
          <p:cNvGrpSpPr/>
          <p:nvPr userDrawn="1"/>
        </p:nvGrpSpPr>
        <p:grpSpPr>
          <a:xfrm>
            <a:off x="254791" y="670273"/>
            <a:ext cx="8615773" cy="3797268"/>
            <a:chOff x="731520" y="670560"/>
            <a:chExt cx="8075850" cy="3559305"/>
          </a:xfrm>
          <a:solidFill>
            <a:schemeClr val="bg1">
              <a:alpha val="11000"/>
            </a:schemeClr>
          </a:solidFill>
        </p:grpSpPr>
        <p:grpSp>
          <p:nvGrpSpPr>
            <p:cNvPr id="6" name="Группа 5">
              <a:extLst>
                <a:ext uri="{FF2B5EF4-FFF2-40B4-BE49-F238E27FC236}">
                  <a16:creationId xmlns:a16="http://schemas.microsoft.com/office/drawing/2014/main" id="{A9067625-C588-9770-7710-A85680D86A79}"/>
                </a:ext>
              </a:extLst>
            </p:cNvPr>
            <p:cNvGrpSpPr/>
            <p:nvPr userDrawn="1"/>
          </p:nvGrpSpPr>
          <p:grpSpPr>
            <a:xfrm>
              <a:off x="731520" y="670560"/>
              <a:ext cx="8075850" cy="50800"/>
              <a:chOff x="731520" y="670560"/>
              <a:chExt cx="8075850" cy="50800"/>
            </a:xfrm>
            <a:grpFill/>
          </p:grpSpPr>
          <p:sp>
            <p:nvSpPr>
              <p:cNvPr id="72" name="Овал 71">
                <a:extLst>
                  <a:ext uri="{FF2B5EF4-FFF2-40B4-BE49-F238E27FC236}">
                    <a16:creationId xmlns:a16="http://schemas.microsoft.com/office/drawing/2014/main" id="{217D0424-7AAB-FB46-96E3-030563373FEA}"/>
                  </a:ext>
                </a:extLst>
              </p:cNvPr>
              <p:cNvSpPr/>
              <p:nvPr userDrawn="1"/>
            </p:nvSpPr>
            <p:spPr>
              <a:xfrm>
                <a:off x="73152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73" name="Овал 72">
                <a:extLst>
                  <a:ext uri="{FF2B5EF4-FFF2-40B4-BE49-F238E27FC236}">
                    <a16:creationId xmlns:a16="http://schemas.microsoft.com/office/drawing/2014/main" id="{8F957C45-0D21-0DFD-9587-90676D09D100}"/>
                  </a:ext>
                </a:extLst>
              </p:cNvPr>
              <p:cNvSpPr/>
              <p:nvPr userDrawn="1"/>
            </p:nvSpPr>
            <p:spPr>
              <a:xfrm>
                <a:off x="145717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74" name="Овал 73">
                <a:extLst>
                  <a:ext uri="{FF2B5EF4-FFF2-40B4-BE49-F238E27FC236}">
                    <a16:creationId xmlns:a16="http://schemas.microsoft.com/office/drawing/2014/main" id="{81E1AC52-BD8A-9AAF-A51F-D32A92F4D68A}"/>
                  </a:ext>
                </a:extLst>
              </p:cNvPr>
              <p:cNvSpPr/>
              <p:nvPr userDrawn="1"/>
            </p:nvSpPr>
            <p:spPr>
              <a:xfrm>
                <a:off x="218711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75" name="Овал 74">
                <a:extLst>
                  <a:ext uri="{FF2B5EF4-FFF2-40B4-BE49-F238E27FC236}">
                    <a16:creationId xmlns:a16="http://schemas.microsoft.com/office/drawing/2014/main" id="{CDF4FF4C-4BE4-86A4-48E5-4C8BB82C770D}"/>
                  </a:ext>
                </a:extLst>
              </p:cNvPr>
              <p:cNvSpPr/>
              <p:nvPr userDrawn="1"/>
            </p:nvSpPr>
            <p:spPr>
              <a:xfrm>
                <a:off x="291705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76" name="Овал 75">
                <a:extLst>
                  <a:ext uri="{FF2B5EF4-FFF2-40B4-BE49-F238E27FC236}">
                    <a16:creationId xmlns:a16="http://schemas.microsoft.com/office/drawing/2014/main" id="{B8610CF2-17C5-F9D1-B804-76C5F5B6C4E0}"/>
                  </a:ext>
                </a:extLst>
              </p:cNvPr>
              <p:cNvSpPr/>
              <p:nvPr userDrawn="1"/>
            </p:nvSpPr>
            <p:spPr>
              <a:xfrm>
                <a:off x="364699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77" name="Овал 76">
                <a:extLst>
                  <a:ext uri="{FF2B5EF4-FFF2-40B4-BE49-F238E27FC236}">
                    <a16:creationId xmlns:a16="http://schemas.microsoft.com/office/drawing/2014/main" id="{04342589-3A9B-DF74-E58B-34279489F472}"/>
                  </a:ext>
                </a:extLst>
              </p:cNvPr>
              <p:cNvSpPr/>
              <p:nvPr userDrawn="1"/>
            </p:nvSpPr>
            <p:spPr>
              <a:xfrm>
                <a:off x="437693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78" name="Овал 77">
                <a:extLst>
                  <a:ext uri="{FF2B5EF4-FFF2-40B4-BE49-F238E27FC236}">
                    <a16:creationId xmlns:a16="http://schemas.microsoft.com/office/drawing/2014/main" id="{3B1FC095-B96F-425C-48B4-848BE36C78B1}"/>
                  </a:ext>
                </a:extLst>
              </p:cNvPr>
              <p:cNvSpPr/>
              <p:nvPr userDrawn="1"/>
            </p:nvSpPr>
            <p:spPr>
              <a:xfrm>
                <a:off x="510687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79" name="Овал 78">
                <a:extLst>
                  <a:ext uri="{FF2B5EF4-FFF2-40B4-BE49-F238E27FC236}">
                    <a16:creationId xmlns:a16="http://schemas.microsoft.com/office/drawing/2014/main" id="{2C99916B-F908-DB0F-2FD5-F8388DBF7232}"/>
                  </a:ext>
                </a:extLst>
              </p:cNvPr>
              <p:cNvSpPr/>
              <p:nvPr userDrawn="1"/>
            </p:nvSpPr>
            <p:spPr>
              <a:xfrm>
                <a:off x="583681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80" name="Овал 79">
                <a:extLst>
                  <a:ext uri="{FF2B5EF4-FFF2-40B4-BE49-F238E27FC236}">
                    <a16:creationId xmlns:a16="http://schemas.microsoft.com/office/drawing/2014/main" id="{1CF35604-149E-90B4-471D-5AEB1DC383BB}"/>
                  </a:ext>
                </a:extLst>
              </p:cNvPr>
              <p:cNvSpPr/>
              <p:nvPr userDrawn="1"/>
            </p:nvSpPr>
            <p:spPr>
              <a:xfrm>
                <a:off x="656675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81" name="Овал 80">
                <a:extLst>
                  <a:ext uri="{FF2B5EF4-FFF2-40B4-BE49-F238E27FC236}">
                    <a16:creationId xmlns:a16="http://schemas.microsoft.com/office/drawing/2014/main" id="{C0AA3B0E-D866-A71E-9988-50E928597822}"/>
                  </a:ext>
                </a:extLst>
              </p:cNvPr>
              <p:cNvSpPr/>
              <p:nvPr userDrawn="1"/>
            </p:nvSpPr>
            <p:spPr>
              <a:xfrm>
                <a:off x="729669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82" name="Овал 81">
                <a:extLst>
                  <a:ext uri="{FF2B5EF4-FFF2-40B4-BE49-F238E27FC236}">
                    <a16:creationId xmlns:a16="http://schemas.microsoft.com/office/drawing/2014/main" id="{3FBABFE8-A5F9-984E-8461-4C15DC12B74D}"/>
                  </a:ext>
                </a:extLst>
              </p:cNvPr>
              <p:cNvSpPr/>
              <p:nvPr userDrawn="1"/>
            </p:nvSpPr>
            <p:spPr>
              <a:xfrm>
                <a:off x="802663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83" name="Овал 82">
                <a:extLst>
                  <a:ext uri="{FF2B5EF4-FFF2-40B4-BE49-F238E27FC236}">
                    <a16:creationId xmlns:a16="http://schemas.microsoft.com/office/drawing/2014/main" id="{C31A80E8-78CC-5A03-DE39-59AC9757CF1F}"/>
                  </a:ext>
                </a:extLst>
              </p:cNvPr>
              <p:cNvSpPr/>
              <p:nvPr userDrawn="1"/>
            </p:nvSpPr>
            <p:spPr>
              <a:xfrm>
                <a:off x="875657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  <p:grpSp>
          <p:nvGrpSpPr>
            <p:cNvPr id="7" name="Группа 6">
              <a:extLst>
                <a:ext uri="{FF2B5EF4-FFF2-40B4-BE49-F238E27FC236}">
                  <a16:creationId xmlns:a16="http://schemas.microsoft.com/office/drawing/2014/main" id="{F9566723-C550-0C34-73C1-D965A4E96442}"/>
                </a:ext>
              </a:extLst>
            </p:cNvPr>
            <p:cNvGrpSpPr/>
            <p:nvPr userDrawn="1"/>
          </p:nvGrpSpPr>
          <p:grpSpPr>
            <a:xfrm>
              <a:off x="731520" y="1354300"/>
              <a:ext cx="8075850" cy="50800"/>
              <a:chOff x="731520" y="670560"/>
              <a:chExt cx="8075850" cy="50800"/>
            </a:xfrm>
            <a:grpFill/>
          </p:grpSpPr>
          <p:sp>
            <p:nvSpPr>
              <p:cNvPr id="60" name="Овал 59">
                <a:extLst>
                  <a:ext uri="{FF2B5EF4-FFF2-40B4-BE49-F238E27FC236}">
                    <a16:creationId xmlns:a16="http://schemas.microsoft.com/office/drawing/2014/main" id="{4DF15092-85D4-14E3-5FE3-BA449E9F8B83}"/>
                  </a:ext>
                </a:extLst>
              </p:cNvPr>
              <p:cNvSpPr/>
              <p:nvPr userDrawn="1"/>
            </p:nvSpPr>
            <p:spPr>
              <a:xfrm>
                <a:off x="73152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61" name="Овал 60">
                <a:extLst>
                  <a:ext uri="{FF2B5EF4-FFF2-40B4-BE49-F238E27FC236}">
                    <a16:creationId xmlns:a16="http://schemas.microsoft.com/office/drawing/2014/main" id="{7EDE0F84-EB2D-5AD5-97CC-F43D8B4E6455}"/>
                  </a:ext>
                </a:extLst>
              </p:cNvPr>
              <p:cNvSpPr/>
              <p:nvPr userDrawn="1"/>
            </p:nvSpPr>
            <p:spPr>
              <a:xfrm>
                <a:off x="145717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62" name="Овал 61">
                <a:extLst>
                  <a:ext uri="{FF2B5EF4-FFF2-40B4-BE49-F238E27FC236}">
                    <a16:creationId xmlns:a16="http://schemas.microsoft.com/office/drawing/2014/main" id="{31D01FCF-121D-023D-DA22-706D784B1CB9}"/>
                  </a:ext>
                </a:extLst>
              </p:cNvPr>
              <p:cNvSpPr/>
              <p:nvPr userDrawn="1"/>
            </p:nvSpPr>
            <p:spPr>
              <a:xfrm>
                <a:off x="218711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63" name="Овал 62">
                <a:extLst>
                  <a:ext uri="{FF2B5EF4-FFF2-40B4-BE49-F238E27FC236}">
                    <a16:creationId xmlns:a16="http://schemas.microsoft.com/office/drawing/2014/main" id="{A4C56064-F0BE-9591-6DF6-546EEA6E96D5}"/>
                  </a:ext>
                </a:extLst>
              </p:cNvPr>
              <p:cNvSpPr/>
              <p:nvPr userDrawn="1"/>
            </p:nvSpPr>
            <p:spPr>
              <a:xfrm>
                <a:off x="291705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64" name="Овал 63">
                <a:extLst>
                  <a:ext uri="{FF2B5EF4-FFF2-40B4-BE49-F238E27FC236}">
                    <a16:creationId xmlns:a16="http://schemas.microsoft.com/office/drawing/2014/main" id="{329D3665-1FD3-17D4-948C-ABBD33754C7F}"/>
                  </a:ext>
                </a:extLst>
              </p:cNvPr>
              <p:cNvSpPr/>
              <p:nvPr userDrawn="1"/>
            </p:nvSpPr>
            <p:spPr>
              <a:xfrm>
                <a:off x="364699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65" name="Овал 64">
                <a:extLst>
                  <a:ext uri="{FF2B5EF4-FFF2-40B4-BE49-F238E27FC236}">
                    <a16:creationId xmlns:a16="http://schemas.microsoft.com/office/drawing/2014/main" id="{66838AED-A4A3-C336-C073-8CC6A135961D}"/>
                  </a:ext>
                </a:extLst>
              </p:cNvPr>
              <p:cNvSpPr/>
              <p:nvPr userDrawn="1"/>
            </p:nvSpPr>
            <p:spPr>
              <a:xfrm>
                <a:off x="437693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66" name="Овал 65">
                <a:extLst>
                  <a:ext uri="{FF2B5EF4-FFF2-40B4-BE49-F238E27FC236}">
                    <a16:creationId xmlns:a16="http://schemas.microsoft.com/office/drawing/2014/main" id="{5908662A-2113-5A4E-8D80-78CD498FAB98}"/>
                  </a:ext>
                </a:extLst>
              </p:cNvPr>
              <p:cNvSpPr/>
              <p:nvPr userDrawn="1"/>
            </p:nvSpPr>
            <p:spPr>
              <a:xfrm>
                <a:off x="510687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67" name="Овал 66">
                <a:extLst>
                  <a:ext uri="{FF2B5EF4-FFF2-40B4-BE49-F238E27FC236}">
                    <a16:creationId xmlns:a16="http://schemas.microsoft.com/office/drawing/2014/main" id="{C2A02350-9082-39BE-7F89-A057B52E8A62}"/>
                  </a:ext>
                </a:extLst>
              </p:cNvPr>
              <p:cNvSpPr/>
              <p:nvPr userDrawn="1"/>
            </p:nvSpPr>
            <p:spPr>
              <a:xfrm>
                <a:off x="583681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68" name="Овал 67">
                <a:extLst>
                  <a:ext uri="{FF2B5EF4-FFF2-40B4-BE49-F238E27FC236}">
                    <a16:creationId xmlns:a16="http://schemas.microsoft.com/office/drawing/2014/main" id="{AB8FF502-854E-0EB7-D921-1BBFA6E36AAA}"/>
                  </a:ext>
                </a:extLst>
              </p:cNvPr>
              <p:cNvSpPr/>
              <p:nvPr userDrawn="1"/>
            </p:nvSpPr>
            <p:spPr>
              <a:xfrm>
                <a:off x="656675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69" name="Овал 68">
                <a:extLst>
                  <a:ext uri="{FF2B5EF4-FFF2-40B4-BE49-F238E27FC236}">
                    <a16:creationId xmlns:a16="http://schemas.microsoft.com/office/drawing/2014/main" id="{A5DDE894-0F9D-3920-BC10-FF885344A304}"/>
                  </a:ext>
                </a:extLst>
              </p:cNvPr>
              <p:cNvSpPr/>
              <p:nvPr userDrawn="1"/>
            </p:nvSpPr>
            <p:spPr>
              <a:xfrm>
                <a:off x="729669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70" name="Овал 69">
                <a:extLst>
                  <a:ext uri="{FF2B5EF4-FFF2-40B4-BE49-F238E27FC236}">
                    <a16:creationId xmlns:a16="http://schemas.microsoft.com/office/drawing/2014/main" id="{79154672-B073-28C2-5203-739E4EF4802C}"/>
                  </a:ext>
                </a:extLst>
              </p:cNvPr>
              <p:cNvSpPr/>
              <p:nvPr userDrawn="1"/>
            </p:nvSpPr>
            <p:spPr>
              <a:xfrm>
                <a:off x="802663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71" name="Овал 70">
                <a:extLst>
                  <a:ext uri="{FF2B5EF4-FFF2-40B4-BE49-F238E27FC236}">
                    <a16:creationId xmlns:a16="http://schemas.microsoft.com/office/drawing/2014/main" id="{5294A291-07EC-AD49-665C-F5F781DCF6D2}"/>
                  </a:ext>
                </a:extLst>
              </p:cNvPr>
              <p:cNvSpPr/>
              <p:nvPr userDrawn="1"/>
            </p:nvSpPr>
            <p:spPr>
              <a:xfrm>
                <a:off x="875657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  <p:grpSp>
          <p:nvGrpSpPr>
            <p:cNvPr id="8" name="Группа 7">
              <a:extLst>
                <a:ext uri="{FF2B5EF4-FFF2-40B4-BE49-F238E27FC236}">
                  <a16:creationId xmlns:a16="http://schemas.microsoft.com/office/drawing/2014/main" id="{2D8A2859-981B-AF49-D452-D0324484006F}"/>
                </a:ext>
              </a:extLst>
            </p:cNvPr>
            <p:cNvGrpSpPr/>
            <p:nvPr userDrawn="1"/>
          </p:nvGrpSpPr>
          <p:grpSpPr>
            <a:xfrm>
              <a:off x="731520" y="2062754"/>
              <a:ext cx="8075850" cy="50800"/>
              <a:chOff x="731520" y="670560"/>
              <a:chExt cx="8075850" cy="50800"/>
            </a:xfrm>
            <a:grpFill/>
          </p:grpSpPr>
          <p:sp>
            <p:nvSpPr>
              <p:cNvPr id="48" name="Овал 47">
                <a:extLst>
                  <a:ext uri="{FF2B5EF4-FFF2-40B4-BE49-F238E27FC236}">
                    <a16:creationId xmlns:a16="http://schemas.microsoft.com/office/drawing/2014/main" id="{C0E884FD-6BAD-19C5-96F2-4B5B72FF011C}"/>
                  </a:ext>
                </a:extLst>
              </p:cNvPr>
              <p:cNvSpPr/>
              <p:nvPr userDrawn="1"/>
            </p:nvSpPr>
            <p:spPr>
              <a:xfrm>
                <a:off x="73152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49" name="Овал 48">
                <a:extLst>
                  <a:ext uri="{FF2B5EF4-FFF2-40B4-BE49-F238E27FC236}">
                    <a16:creationId xmlns:a16="http://schemas.microsoft.com/office/drawing/2014/main" id="{A3BD95B8-1B84-13E2-A331-2187D33B4D30}"/>
                  </a:ext>
                </a:extLst>
              </p:cNvPr>
              <p:cNvSpPr/>
              <p:nvPr userDrawn="1"/>
            </p:nvSpPr>
            <p:spPr>
              <a:xfrm>
                <a:off x="145717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50" name="Овал 49">
                <a:extLst>
                  <a:ext uri="{FF2B5EF4-FFF2-40B4-BE49-F238E27FC236}">
                    <a16:creationId xmlns:a16="http://schemas.microsoft.com/office/drawing/2014/main" id="{C8E1A9E7-3B71-2BD8-085E-81AC6E2C2480}"/>
                  </a:ext>
                </a:extLst>
              </p:cNvPr>
              <p:cNvSpPr/>
              <p:nvPr userDrawn="1"/>
            </p:nvSpPr>
            <p:spPr>
              <a:xfrm>
                <a:off x="218711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51" name="Овал 50">
                <a:extLst>
                  <a:ext uri="{FF2B5EF4-FFF2-40B4-BE49-F238E27FC236}">
                    <a16:creationId xmlns:a16="http://schemas.microsoft.com/office/drawing/2014/main" id="{FDE5F8A0-835B-5DE1-190B-B316845C03D2}"/>
                  </a:ext>
                </a:extLst>
              </p:cNvPr>
              <p:cNvSpPr/>
              <p:nvPr userDrawn="1"/>
            </p:nvSpPr>
            <p:spPr>
              <a:xfrm>
                <a:off x="291705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52" name="Овал 51">
                <a:extLst>
                  <a:ext uri="{FF2B5EF4-FFF2-40B4-BE49-F238E27FC236}">
                    <a16:creationId xmlns:a16="http://schemas.microsoft.com/office/drawing/2014/main" id="{DFFF9F5C-B4EA-0648-7FE8-80FB8933DBC9}"/>
                  </a:ext>
                </a:extLst>
              </p:cNvPr>
              <p:cNvSpPr/>
              <p:nvPr userDrawn="1"/>
            </p:nvSpPr>
            <p:spPr>
              <a:xfrm>
                <a:off x="364699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53" name="Овал 52">
                <a:extLst>
                  <a:ext uri="{FF2B5EF4-FFF2-40B4-BE49-F238E27FC236}">
                    <a16:creationId xmlns:a16="http://schemas.microsoft.com/office/drawing/2014/main" id="{3736A675-E09A-0B34-5FBB-601019913836}"/>
                  </a:ext>
                </a:extLst>
              </p:cNvPr>
              <p:cNvSpPr/>
              <p:nvPr userDrawn="1"/>
            </p:nvSpPr>
            <p:spPr>
              <a:xfrm>
                <a:off x="437693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54" name="Овал 53">
                <a:extLst>
                  <a:ext uri="{FF2B5EF4-FFF2-40B4-BE49-F238E27FC236}">
                    <a16:creationId xmlns:a16="http://schemas.microsoft.com/office/drawing/2014/main" id="{F0205FD3-01E0-BC33-6EBE-617F916C8724}"/>
                  </a:ext>
                </a:extLst>
              </p:cNvPr>
              <p:cNvSpPr/>
              <p:nvPr userDrawn="1"/>
            </p:nvSpPr>
            <p:spPr>
              <a:xfrm>
                <a:off x="510687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55" name="Овал 54">
                <a:extLst>
                  <a:ext uri="{FF2B5EF4-FFF2-40B4-BE49-F238E27FC236}">
                    <a16:creationId xmlns:a16="http://schemas.microsoft.com/office/drawing/2014/main" id="{95C22443-1548-3FEA-CB8F-F4F949EB141F}"/>
                  </a:ext>
                </a:extLst>
              </p:cNvPr>
              <p:cNvSpPr/>
              <p:nvPr userDrawn="1"/>
            </p:nvSpPr>
            <p:spPr>
              <a:xfrm>
                <a:off x="583681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56" name="Овал 55">
                <a:extLst>
                  <a:ext uri="{FF2B5EF4-FFF2-40B4-BE49-F238E27FC236}">
                    <a16:creationId xmlns:a16="http://schemas.microsoft.com/office/drawing/2014/main" id="{A49CD9A8-0B6A-4ABC-7DB5-77B7A32FA112}"/>
                  </a:ext>
                </a:extLst>
              </p:cNvPr>
              <p:cNvSpPr/>
              <p:nvPr userDrawn="1"/>
            </p:nvSpPr>
            <p:spPr>
              <a:xfrm>
                <a:off x="656675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57" name="Овал 56">
                <a:extLst>
                  <a:ext uri="{FF2B5EF4-FFF2-40B4-BE49-F238E27FC236}">
                    <a16:creationId xmlns:a16="http://schemas.microsoft.com/office/drawing/2014/main" id="{9EF3F474-A60A-8D86-660E-4D43A7A7CE52}"/>
                  </a:ext>
                </a:extLst>
              </p:cNvPr>
              <p:cNvSpPr/>
              <p:nvPr userDrawn="1"/>
            </p:nvSpPr>
            <p:spPr>
              <a:xfrm>
                <a:off x="729669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58" name="Овал 57">
                <a:extLst>
                  <a:ext uri="{FF2B5EF4-FFF2-40B4-BE49-F238E27FC236}">
                    <a16:creationId xmlns:a16="http://schemas.microsoft.com/office/drawing/2014/main" id="{47D03B42-9908-852C-7CC8-3A5950242018}"/>
                  </a:ext>
                </a:extLst>
              </p:cNvPr>
              <p:cNvSpPr/>
              <p:nvPr userDrawn="1"/>
            </p:nvSpPr>
            <p:spPr>
              <a:xfrm>
                <a:off x="802663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59" name="Овал 58">
                <a:extLst>
                  <a:ext uri="{FF2B5EF4-FFF2-40B4-BE49-F238E27FC236}">
                    <a16:creationId xmlns:a16="http://schemas.microsoft.com/office/drawing/2014/main" id="{31A580B4-28D7-2B25-4A5A-1A30D4048DF8}"/>
                  </a:ext>
                </a:extLst>
              </p:cNvPr>
              <p:cNvSpPr/>
              <p:nvPr userDrawn="1"/>
            </p:nvSpPr>
            <p:spPr>
              <a:xfrm>
                <a:off x="875657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  <p:grpSp>
          <p:nvGrpSpPr>
            <p:cNvPr id="9" name="Группа 8">
              <a:extLst>
                <a:ext uri="{FF2B5EF4-FFF2-40B4-BE49-F238E27FC236}">
                  <a16:creationId xmlns:a16="http://schemas.microsoft.com/office/drawing/2014/main" id="{9D2D00B2-FC09-9994-3707-3D040DCB968D}"/>
                </a:ext>
              </a:extLst>
            </p:cNvPr>
            <p:cNvGrpSpPr/>
            <p:nvPr userDrawn="1"/>
          </p:nvGrpSpPr>
          <p:grpSpPr>
            <a:xfrm>
              <a:off x="731520" y="2777673"/>
              <a:ext cx="8075850" cy="50800"/>
              <a:chOff x="731520" y="670560"/>
              <a:chExt cx="8075850" cy="50800"/>
            </a:xfrm>
            <a:grpFill/>
          </p:grpSpPr>
          <p:sp>
            <p:nvSpPr>
              <p:cNvPr id="36" name="Овал 35">
                <a:extLst>
                  <a:ext uri="{FF2B5EF4-FFF2-40B4-BE49-F238E27FC236}">
                    <a16:creationId xmlns:a16="http://schemas.microsoft.com/office/drawing/2014/main" id="{2BFE8076-E6A6-6FAD-84A6-6B464432E157}"/>
                  </a:ext>
                </a:extLst>
              </p:cNvPr>
              <p:cNvSpPr/>
              <p:nvPr userDrawn="1"/>
            </p:nvSpPr>
            <p:spPr>
              <a:xfrm>
                <a:off x="73152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37" name="Овал 36">
                <a:extLst>
                  <a:ext uri="{FF2B5EF4-FFF2-40B4-BE49-F238E27FC236}">
                    <a16:creationId xmlns:a16="http://schemas.microsoft.com/office/drawing/2014/main" id="{A64EAAF7-BCF9-CF46-A360-53E978251074}"/>
                  </a:ext>
                </a:extLst>
              </p:cNvPr>
              <p:cNvSpPr/>
              <p:nvPr userDrawn="1"/>
            </p:nvSpPr>
            <p:spPr>
              <a:xfrm>
                <a:off x="145717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38" name="Овал 37">
                <a:extLst>
                  <a:ext uri="{FF2B5EF4-FFF2-40B4-BE49-F238E27FC236}">
                    <a16:creationId xmlns:a16="http://schemas.microsoft.com/office/drawing/2014/main" id="{4EAFFF68-8995-621A-3A83-75F22A2F9528}"/>
                  </a:ext>
                </a:extLst>
              </p:cNvPr>
              <p:cNvSpPr/>
              <p:nvPr userDrawn="1"/>
            </p:nvSpPr>
            <p:spPr>
              <a:xfrm>
                <a:off x="218711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39" name="Овал 38">
                <a:extLst>
                  <a:ext uri="{FF2B5EF4-FFF2-40B4-BE49-F238E27FC236}">
                    <a16:creationId xmlns:a16="http://schemas.microsoft.com/office/drawing/2014/main" id="{7B1F5B8B-F53F-DA15-2B88-D503DD52A48F}"/>
                  </a:ext>
                </a:extLst>
              </p:cNvPr>
              <p:cNvSpPr/>
              <p:nvPr userDrawn="1"/>
            </p:nvSpPr>
            <p:spPr>
              <a:xfrm>
                <a:off x="291705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40" name="Овал 39">
                <a:extLst>
                  <a:ext uri="{FF2B5EF4-FFF2-40B4-BE49-F238E27FC236}">
                    <a16:creationId xmlns:a16="http://schemas.microsoft.com/office/drawing/2014/main" id="{CE9E6F78-B882-28DB-BFC3-72C573507BB1}"/>
                  </a:ext>
                </a:extLst>
              </p:cNvPr>
              <p:cNvSpPr/>
              <p:nvPr userDrawn="1"/>
            </p:nvSpPr>
            <p:spPr>
              <a:xfrm>
                <a:off x="364699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41" name="Овал 40">
                <a:extLst>
                  <a:ext uri="{FF2B5EF4-FFF2-40B4-BE49-F238E27FC236}">
                    <a16:creationId xmlns:a16="http://schemas.microsoft.com/office/drawing/2014/main" id="{54B5CC78-C2D6-2B96-4007-6A7725922925}"/>
                  </a:ext>
                </a:extLst>
              </p:cNvPr>
              <p:cNvSpPr/>
              <p:nvPr userDrawn="1"/>
            </p:nvSpPr>
            <p:spPr>
              <a:xfrm>
                <a:off x="437693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42" name="Овал 41">
                <a:extLst>
                  <a:ext uri="{FF2B5EF4-FFF2-40B4-BE49-F238E27FC236}">
                    <a16:creationId xmlns:a16="http://schemas.microsoft.com/office/drawing/2014/main" id="{259CC6A0-DD73-BA98-D44F-8083FF269747}"/>
                  </a:ext>
                </a:extLst>
              </p:cNvPr>
              <p:cNvSpPr/>
              <p:nvPr userDrawn="1"/>
            </p:nvSpPr>
            <p:spPr>
              <a:xfrm>
                <a:off x="510687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43" name="Овал 42">
                <a:extLst>
                  <a:ext uri="{FF2B5EF4-FFF2-40B4-BE49-F238E27FC236}">
                    <a16:creationId xmlns:a16="http://schemas.microsoft.com/office/drawing/2014/main" id="{FF752B8E-9387-D1BB-5985-56632A7525EE}"/>
                  </a:ext>
                </a:extLst>
              </p:cNvPr>
              <p:cNvSpPr/>
              <p:nvPr userDrawn="1"/>
            </p:nvSpPr>
            <p:spPr>
              <a:xfrm>
                <a:off x="583681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44" name="Овал 43">
                <a:extLst>
                  <a:ext uri="{FF2B5EF4-FFF2-40B4-BE49-F238E27FC236}">
                    <a16:creationId xmlns:a16="http://schemas.microsoft.com/office/drawing/2014/main" id="{B8580458-43AD-1421-884E-23AAEEA5F78D}"/>
                  </a:ext>
                </a:extLst>
              </p:cNvPr>
              <p:cNvSpPr/>
              <p:nvPr userDrawn="1"/>
            </p:nvSpPr>
            <p:spPr>
              <a:xfrm>
                <a:off x="656675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45" name="Овал 44">
                <a:extLst>
                  <a:ext uri="{FF2B5EF4-FFF2-40B4-BE49-F238E27FC236}">
                    <a16:creationId xmlns:a16="http://schemas.microsoft.com/office/drawing/2014/main" id="{6DE063F9-7121-E7B0-A2FC-3B67248E1241}"/>
                  </a:ext>
                </a:extLst>
              </p:cNvPr>
              <p:cNvSpPr/>
              <p:nvPr userDrawn="1"/>
            </p:nvSpPr>
            <p:spPr>
              <a:xfrm>
                <a:off x="729669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46" name="Овал 45">
                <a:extLst>
                  <a:ext uri="{FF2B5EF4-FFF2-40B4-BE49-F238E27FC236}">
                    <a16:creationId xmlns:a16="http://schemas.microsoft.com/office/drawing/2014/main" id="{B8EA0218-2EC7-02ED-6C9C-3B9462CDF2E1}"/>
                  </a:ext>
                </a:extLst>
              </p:cNvPr>
              <p:cNvSpPr/>
              <p:nvPr userDrawn="1"/>
            </p:nvSpPr>
            <p:spPr>
              <a:xfrm>
                <a:off x="802663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47" name="Овал 46">
                <a:extLst>
                  <a:ext uri="{FF2B5EF4-FFF2-40B4-BE49-F238E27FC236}">
                    <a16:creationId xmlns:a16="http://schemas.microsoft.com/office/drawing/2014/main" id="{8C976065-5D50-AD7D-DBD1-1F7830D8DB4A}"/>
                  </a:ext>
                </a:extLst>
              </p:cNvPr>
              <p:cNvSpPr/>
              <p:nvPr userDrawn="1"/>
            </p:nvSpPr>
            <p:spPr>
              <a:xfrm>
                <a:off x="875657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  <p:grpSp>
          <p:nvGrpSpPr>
            <p:cNvPr id="10" name="Группа 9">
              <a:extLst>
                <a:ext uri="{FF2B5EF4-FFF2-40B4-BE49-F238E27FC236}">
                  <a16:creationId xmlns:a16="http://schemas.microsoft.com/office/drawing/2014/main" id="{5F36F857-848D-5C1E-49D3-25CA629BBB65}"/>
                </a:ext>
              </a:extLst>
            </p:cNvPr>
            <p:cNvGrpSpPr/>
            <p:nvPr userDrawn="1"/>
          </p:nvGrpSpPr>
          <p:grpSpPr>
            <a:xfrm>
              <a:off x="731520" y="3475802"/>
              <a:ext cx="8075850" cy="50800"/>
              <a:chOff x="731520" y="670560"/>
              <a:chExt cx="8075850" cy="50800"/>
            </a:xfrm>
            <a:grpFill/>
          </p:grpSpPr>
          <p:sp>
            <p:nvSpPr>
              <p:cNvPr id="24" name="Овал 23">
                <a:extLst>
                  <a:ext uri="{FF2B5EF4-FFF2-40B4-BE49-F238E27FC236}">
                    <a16:creationId xmlns:a16="http://schemas.microsoft.com/office/drawing/2014/main" id="{93CC5343-E38A-0DAE-E984-CC873960E22B}"/>
                  </a:ext>
                </a:extLst>
              </p:cNvPr>
              <p:cNvSpPr/>
              <p:nvPr userDrawn="1"/>
            </p:nvSpPr>
            <p:spPr>
              <a:xfrm>
                <a:off x="73152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5" name="Овал 24">
                <a:extLst>
                  <a:ext uri="{FF2B5EF4-FFF2-40B4-BE49-F238E27FC236}">
                    <a16:creationId xmlns:a16="http://schemas.microsoft.com/office/drawing/2014/main" id="{62FC995F-E38D-5901-51F6-48C5BB2282BC}"/>
                  </a:ext>
                </a:extLst>
              </p:cNvPr>
              <p:cNvSpPr/>
              <p:nvPr userDrawn="1"/>
            </p:nvSpPr>
            <p:spPr>
              <a:xfrm>
                <a:off x="145717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6" name="Овал 25">
                <a:extLst>
                  <a:ext uri="{FF2B5EF4-FFF2-40B4-BE49-F238E27FC236}">
                    <a16:creationId xmlns:a16="http://schemas.microsoft.com/office/drawing/2014/main" id="{B898664B-257C-B282-1B65-CC122256E5EC}"/>
                  </a:ext>
                </a:extLst>
              </p:cNvPr>
              <p:cNvSpPr/>
              <p:nvPr userDrawn="1"/>
            </p:nvSpPr>
            <p:spPr>
              <a:xfrm>
                <a:off x="218711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7" name="Овал 26">
                <a:extLst>
                  <a:ext uri="{FF2B5EF4-FFF2-40B4-BE49-F238E27FC236}">
                    <a16:creationId xmlns:a16="http://schemas.microsoft.com/office/drawing/2014/main" id="{ABE793A3-87FB-48B4-934A-9EAB04889374}"/>
                  </a:ext>
                </a:extLst>
              </p:cNvPr>
              <p:cNvSpPr/>
              <p:nvPr userDrawn="1"/>
            </p:nvSpPr>
            <p:spPr>
              <a:xfrm>
                <a:off x="291705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8" name="Овал 27">
                <a:extLst>
                  <a:ext uri="{FF2B5EF4-FFF2-40B4-BE49-F238E27FC236}">
                    <a16:creationId xmlns:a16="http://schemas.microsoft.com/office/drawing/2014/main" id="{BC6C73F5-8C70-B522-818B-5D5C8BD17B9B}"/>
                  </a:ext>
                </a:extLst>
              </p:cNvPr>
              <p:cNvSpPr/>
              <p:nvPr userDrawn="1"/>
            </p:nvSpPr>
            <p:spPr>
              <a:xfrm>
                <a:off x="364699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9" name="Овал 28">
                <a:extLst>
                  <a:ext uri="{FF2B5EF4-FFF2-40B4-BE49-F238E27FC236}">
                    <a16:creationId xmlns:a16="http://schemas.microsoft.com/office/drawing/2014/main" id="{2D78ED1B-67DA-2798-46CB-AE72D77AA127}"/>
                  </a:ext>
                </a:extLst>
              </p:cNvPr>
              <p:cNvSpPr/>
              <p:nvPr userDrawn="1"/>
            </p:nvSpPr>
            <p:spPr>
              <a:xfrm>
                <a:off x="437693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30" name="Овал 29">
                <a:extLst>
                  <a:ext uri="{FF2B5EF4-FFF2-40B4-BE49-F238E27FC236}">
                    <a16:creationId xmlns:a16="http://schemas.microsoft.com/office/drawing/2014/main" id="{BDFA093F-5860-B6DE-C840-B4F8AF732C5F}"/>
                  </a:ext>
                </a:extLst>
              </p:cNvPr>
              <p:cNvSpPr/>
              <p:nvPr userDrawn="1"/>
            </p:nvSpPr>
            <p:spPr>
              <a:xfrm>
                <a:off x="510687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31" name="Овал 30">
                <a:extLst>
                  <a:ext uri="{FF2B5EF4-FFF2-40B4-BE49-F238E27FC236}">
                    <a16:creationId xmlns:a16="http://schemas.microsoft.com/office/drawing/2014/main" id="{7FD2D0ED-30AA-247D-04D7-13931569913C}"/>
                  </a:ext>
                </a:extLst>
              </p:cNvPr>
              <p:cNvSpPr/>
              <p:nvPr userDrawn="1"/>
            </p:nvSpPr>
            <p:spPr>
              <a:xfrm>
                <a:off x="583681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32" name="Овал 31">
                <a:extLst>
                  <a:ext uri="{FF2B5EF4-FFF2-40B4-BE49-F238E27FC236}">
                    <a16:creationId xmlns:a16="http://schemas.microsoft.com/office/drawing/2014/main" id="{B60A4676-6664-D224-5108-4A30A88DF549}"/>
                  </a:ext>
                </a:extLst>
              </p:cNvPr>
              <p:cNvSpPr/>
              <p:nvPr userDrawn="1"/>
            </p:nvSpPr>
            <p:spPr>
              <a:xfrm>
                <a:off x="656675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33" name="Овал 32">
                <a:extLst>
                  <a:ext uri="{FF2B5EF4-FFF2-40B4-BE49-F238E27FC236}">
                    <a16:creationId xmlns:a16="http://schemas.microsoft.com/office/drawing/2014/main" id="{64E0A259-FCF0-1A80-B8FF-164EE2D4684A}"/>
                  </a:ext>
                </a:extLst>
              </p:cNvPr>
              <p:cNvSpPr/>
              <p:nvPr userDrawn="1"/>
            </p:nvSpPr>
            <p:spPr>
              <a:xfrm>
                <a:off x="729669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34" name="Овал 33">
                <a:extLst>
                  <a:ext uri="{FF2B5EF4-FFF2-40B4-BE49-F238E27FC236}">
                    <a16:creationId xmlns:a16="http://schemas.microsoft.com/office/drawing/2014/main" id="{BF008609-79A2-100F-FF4A-9957F0909154}"/>
                  </a:ext>
                </a:extLst>
              </p:cNvPr>
              <p:cNvSpPr/>
              <p:nvPr userDrawn="1"/>
            </p:nvSpPr>
            <p:spPr>
              <a:xfrm>
                <a:off x="802663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35" name="Овал 34">
                <a:extLst>
                  <a:ext uri="{FF2B5EF4-FFF2-40B4-BE49-F238E27FC236}">
                    <a16:creationId xmlns:a16="http://schemas.microsoft.com/office/drawing/2014/main" id="{B5A0EF36-6E00-154D-A5DB-D21560DDD17D}"/>
                  </a:ext>
                </a:extLst>
              </p:cNvPr>
              <p:cNvSpPr/>
              <p:nvPr userDrawn="1"/>
            </p:nvSpPr>
            <p:spPr>
              <a:xfrm>
                <a:off x="875657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  <p:grpSp>
          <p:nvGrpSpPr>
            <p:cNvPr id="11" name="Группа 10">
              <a:extLst>
                <a:ext uri="{FF2B5EF4-FFF2-40B4-BE49-F238E27FC236}">
                  <a16:creationId xmlns:a16="http://schemas.microsoft.com/office/drawing/2014/main" id="{EDA47C70-36A2-A1E2-1DD5-165A63C04FF8}"/>
                </a:ext>
              </a:extLst>
            </p:cNvPr>
            <p:cNvGrpSpPr/>
            <p:nvPr userDrawn="1"/>
          </p:nvGrpSpPr>
          <p:grpSpPr>
            <a:xfrm>
              <a:off x="731520" y="4179065"/>
              <a:ext cx="8075850" cy="50800"/>
              <a:chOff x="731520" y="670560"/>
              <a:chExt cx="8075850" cy="50800"/>
            </a:xfrm>
            <a:grpFill/>
          </p:grpSpPr>
          <p:sp>
            <p:nvSpPr>
              <p:cNvPr id="12" name="Овал 11">
                <a:extLst>
                  <a:ext uri="{FF2B5EF4-FFF2-40B4-BE49-F238E27FC236}">
                    <a16:creationId xmlns:a16="http://schemas.microsoft.com/office/drawing/2014/main" id="{E840331B-983D-23AC-C808-DDD76C60EEF2}"/>
                  </a:ext>
                </a:extLst>
              </p:cNvPr>
              <p:cNvSpPr/>
              <p:nvPr userDrawn="1"/>
            </p:nvSpPr>
            <p:spPr>
              <a:xfrm>
                <a:off x="73152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3" name="Овал 12">
                <a:extLst>
                  <a:ext uri="{FF2B5EF4-FFF2-40B4-BE49-F238E27FC236}">
                    <a16:creationId xmlns:a16="http://schemas.microsoft.com/office/drawing/2014/main" id="{B668C530-619F-059D-9718-A2C315C8F211}"/>
                  </a:ext>
                </a:extLst>
              </p:cNvPr>
              <p:cNvSpPr/>
              <p:nvPr userDrawn="1"/>
            </p:nvSpPr>
            <p:spPr>
              <a:xfrm>
                <a:off x="145717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4" name="Овал 13">
                <a:extLst>
                  <a:ext uri="{FF2B5EF4-FFF2-40B4-BE49-F238E27FC236}">
                    <a16:creationId xmlns:a16="http://schemas.microsoft.com/office/drawing/2014/main" id="{DF49B7F7-88D6-8528-BB7E-1E757ABB09AF}"/>
                  </a:ext>
                </a:extLst>
              </p:cNvPr>
              <p:cNvSpPr/>
              <p:nvPr userDrawn="1"/>
            </p:nvSpPr>
            <p:spPr>
              <a:xfrm>
                <a:off x="218711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5" name="Овал 14">
                <a:extLst>
                  <a:ext uri="{FF2B5EF4-FFF2-40B4-BE49-F238E27FC236}">
                    <a16:creationId xmlns:a16="http://schemas.microsoft.com/office/drawing/2014/main" id="{45A1BDBE-52D3-2231-F851-82D49B5BCAE9}"/>
                  </a:ext>
                </a:extLst>
              </p:cNvPr>
              <p:cNvSpPr/>
              <p:nvPr userDrawn="1"/>
            </p:nvSpPr>
            <p:spPr>
              <a:xfrm>
                <a:off x="291705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6" name="Овал 15">
                <a:extLst>
                  <a:ext uri="{FF2B5EF4-FFF2-40B4-BE49-F238E27FC236}">
                    <a16:creationId xmlns:a16="http://schemas.microsoft.com/office/drawing/2014/main" id="{034E483A-23A7-7CBF-3FFC-9A35C6B2E64A}"/>
                  </a:ext>
                </a:extLst>
              </p:cNvPr>
              <p:cNvSpPr/>
              <p:nvPr userDrawn="1"/>
            </p:nvSpPr>
            <p:spPr>
              <a:xfrm>
                <a:off x="364699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7" name="Овал 16">
                <a:extLst>
                  <a:ext uri="{FF2B5EF4-FFF2-40B4-BE49-F238E27FC236}">
                    <a16:creationId xmlns:a16="http://schemas.microsoft.com/office/drawing/2014/main" id="{16FC6EF7-8CEE-4F64-F8E0-B20ACCED8731}"/>
                  </a:ext>
                </a:extLst>
              </p:cNvPr>
              <p:cNvSpPr/>
              <p:nvPr userDrawn="1"/>
            </p:nvSpPr>
            <p:spPr>
              <a:xfrm>
                <a:off x="437693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8" name="Овал 17">
                <a:extLst>
                  <a:ext uri="{FF2B5EF4-FFF2-40B4-BE49-F238E27FC236}">
                    <a16:creationId xmlns:a16="http://schemas.microsoft.com/office/drawing/2014/main" id="{FD9A8ED1-FEB3-AE7D-2D10-E5C5C3FC3F5F}"/>
                  </a:ext>
                </a:extLst>
              </p:cNvPr>
              <p:cNvSpPr/>
              <p:nvPr userDrawn="1"/>
            </p:nvSpPr>
            <p:spPr>
              <a:xfrm>
                <a:off x="510687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9" name="Овал 18">
                <a:extLst>
                  <a:ext uri="{FF2B5EF4-FFF2-40B4-BE49-F238E27FC236}">
                    <a16:creationId xmlns:a16="http://schemas.microsoft.com/office/drawing/2014/main" id="{6445B6CC-1A9E-45E2-1D46-7AE3C2F44C6D}"/>
                  </a:ext>
                </a:extLst>
              </p:cNvPr>
              <p:cNvSpPr/>
              <p:nvPr userDrawn="1"/>
            </p:nvSpPr>
            <p:spPr>
              <a:xfrm>
                <a:off x="583681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0" name="Овал 19">
                <a:extLst>
                  <a:ext uri="{FF2B5EF4-FFF2-40B4-BE49-F238E27FC236}">
                    <a16:creationId xmlns:a16="http://schemas.microsoft.com/office/drawing/2014/main" id="{6C972157-D593-D343-3A43-C53A12BBB2F9}"/>
                  </a:ext>
                </a:extLst>
              </p:cNvPr>
              <p:cNvSpPr/>
              <p:nvPr userDrawn="1"/>
            </p:nvSpPr>
            <p:spPr>
              <a:xfrm>
                <a:off x="656675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1" name="Овал 20">
                <a:extLst>
                  <a:ext uri="{FF2B5EF4-FFF2-40B4-BE49-F238E27FC236}">
                    <a16:creationId xmlns:a16="http://schemas.microsoft.com/office/drawing/2014/main" id="{9946F223-2665-353C-6066-98C31160210C}"/>
                  </a:ext>
                </a:extLst>
              </p:cNvPr>
              <p:cNvSpPr/>
              <p:nvPr userDrawn="1"/>
            </p:nvSpPr>
            <p:spPr>
              <a:xfrm>
                <a:off x="729669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2" name="Овал 21">
                <a:extLst>
                  <a:ext uri="{FF2B5EF4-FFF2-40B4-BE49-F238E27FC236}">
                    <a16:creationId xmlns:a16="http://schemas.microsoft.com/office/drawing/2014/main" id="{42442C05-5C18-9126-3896-9B414575197E}"/>
                  </a:ext>
                </a:extLst>
              </p:cNvPr>
              <p:cNvSpPr/>
              <p:nvPr userDrawn="1"/>
            </p:nvSpPr>
            <p:spPr>
              <a:xfrm>
                <a:off x="802663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3" name="Овал 22">
                <a:extLst>
                  <a:ext uri="{FF2B5EF4-FFF2-40B4-BE49-F238E27FC236}">
                    <a16:creationId xmlns:a16="http://schemas.microsoft.com/office/drawing/2014/main" id="{E23F72D4-E684-2762-FE0D-70EC1ACE323D}"/>
                  </a:ext>
                </a:extLst>
              </p:cNvPr>
              <p:cNvSpPr/>
              <p:nvPr userDrawn="1"/>
            </p:nvSpPr>
            <p:spPr>
              <a:xfrm>
                <a:off x="875657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</p:grpSp>
      <p:sp>
        <p:nvSpPr>
          <p:cNvPr id="84" name="Google Shape;156;p26">
            <a:extLst>
              <a:ext uri="{FF2B5EF4-FFF2-40B4-BE49-F238E27FC236}">
                <a16:creationId xmlns:a16="http://schemas.microsoft.com/office/drawing/2014/main" id="{095CD1AD-8B29-2DB6-7763-A2A503D89ECB}"/>
              </a:ext>
            </a:extLst>
          </p:cNvPr>
          <p:cNvSpPr txBox="1"/>
          <p:nvPr userDrawn="1"/>
        </p:nvSpPr>
        <p:spPr>
          <a:xfrm>
            <a:off x="8590966" y="4774705"/>
            <a:ext cx="450804" cy="2308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18065EE7-A717-46A1-A32B-C5B7AF537424}" type="slidenum">
              <a:rPr lang="ru" sz="1050" smtClean="0">
                <a:solidFill>
                  <a:schemeClr val="bg1"/>
                </a:solidFill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sz="1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33377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объект" preserve="1" userDrawn="1">
  <p:cSld name="1_Заголовок и объект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983C0EA5-1832-61E6-13C9-564BA366A6A8}"/>
              </a:ext>
            </a:extLst>
          </p:cNvPr>
          <p:cNvSpPr/>
          <p:nvPr userDrawn="1"/>
        </p:nvSpPr>
        <p:spPr>
          <a:xfrm>
            <a:off x="-16990" y="-5686"/>
            <a:ext cx="9160990" cy="5149186"/>
          </a:xfrm>
          <a:prstGeom prst="rect">
            <a:avLst/>
          </a:prstGeom>
          <a:gradFill>
            <a:gsLst>
              <a:gs pos="100000">
                <a:srgbClr val="F8ADCD"/>
              </a:gs>
              <a:gs pos="0">
                <a:srgbClr val="F25D9C"/>
              </a:gs>
              <a:gs pos="0">
                <a:srgbClr val="B61AAE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73AB1C6-B33F-1644-83B1-1157CE61B97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7528560" y="137993"/>
            <a:ext cx="1402964" cy="324653"/>
          </a:xfrm>
          <a:prstGeom prst="rect">
            <a:avLst/>
          </a:prstGeom>
        </p:spPr>
      </p:pic>
      <p:grpSp>
        <p:nvGrpSpPr>
          <p:cNvPr id="5" name="Группа 4">
            <a:extLst>
              <a:ext uri="{FF2B5EF4-FFF2-40B4-BE49-F238E27FC236}">
                <a16:creationId xmlns:a16="http://schemas.microsoft.com/office/drawing/2014/main" id="{0B9A0C92-0874-F6CD-706A-B5657D814F19}"/>
              </a:ext>
            </a:extLst>
          </p:cNvPr>
          <p:cNvGrpSpPr/>
          <p:nvPr userDrawn="1"/>
        </p:nvGrpSpPr>
        <p:grpSpPr>
          <a:xfrm>
            <a:off x="254791" y="670273"/>
            <a:ext cx="8615773" cy="3797268"/>
            <a:chOff x="731520" y="670560"/>
            <a:chExt cx="8075850" cy="3559305"/>
          </a:xfrm>
          <a:solidFill>
            <a:schemeClr val="bg1">
              <a:alpha val="14000"/>
            </a:schemeClr>
          </a:solidFill>
        </p:grpSpPr>
        <p:grpSp>
          <p:nvGrpSpPr>
            <p:cNvPr id="6" name="Группа 5">
              <a:extLst>
                <a:ext uri="{FF2B5EF4-FFF2-40B4-BE49-F238E27FC236}">
                  <a16:creationId xmlns:a16="http://schemas.microsoft.com/office/drawing/2014/main" id="{85BECE00-9407-00DB-AE31-41DBB4AA12FD}"/>
                </a:ext>
              </a:extLst>
            </p:cNvPr>
            <p:cNvGrpSpPr/>
            <p:nvPr userDrawn="1"/>
          </p:nvGrpSpPr>
          <p:grpSpPr>
            <a:xfrm>
              <a:off x="731520" y="670560"/>
              <a:ext cx="8075850" cy="50800"/>
              <a:chOff x="731520" y="670560"/>
              <a:chExt cx="8075850" cy="50800"/>
            </a:xfrm>
            <a:grpFill/>
          </p:grpSpPr>
          <p:sp>
            <p:nvSpPr>
              <p:cNvPr id="72" name="Овал 71">
                <a:extLst>
                  <a:ext uri="{FF2B5EF4-FFF2-40B4-BE49-F238E27FC236}">
                    <a16:creationId xmlns:a16="http://schemas.microsoft.com/office/drawing/2014/main" id="{D2B9471E-7284-7A18-294E-31A5059E3411}"/>
                  </a:ext>
                </a:extLst>
              </p:cNvPr>
              <p:cNvSpPr/>
              <p:nvPr userDrawn="1"/>
            </p:nvSpPr>
            <p:spPr>
              <a:xfrm>
                <a:off x="73152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73" name="Овал 72">
                <a:extLst>
                  <a:ext uri="{FF2B5EF4-FFF2-40B4-BE49-F238E27FC236}">
                    <a16:creationId xmlns:a16="http://schemas.microsoft.com/office/drawing/2014/main" id="{0DA1AA94-8D87-5EC6-B180-0179A58D4549}"/>
                  </a:ext>
                </a:extLst>
              </p:cNvPr>
              <p:cNvSpPr/>
              <p:nvPr userDrawn="1"/>
            </p:nvSpPr>
            <p:spPr>
              <a:xfrm>
                <a:off x="145717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74" name="Овал 73">
                <a:extLst>
                  <a:ext uri="{FF2B5EF4-FFF2-40B4-BE49-F238E27FC236}">
                    <a16:creationId xmlns:a16="http://schemas.microsoft.com/office/drawing/2014/main" id="{966590AC-E3F7-C2DC-9153-4937C1BABCA0}"/>
                  </a:ext>
                </a:extLst>
              </p:cNvPr>
              <p:cNvSpPr/>
              <p:nvPr userDrawn="1"/>
            </p:nvSpPr>
            <p:spPr>
              <a:xfrm>
                <a:off x="218711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75" name="Овал 74">
                <a:extLst>
                  <a:ext uri="{FF2B5EF4-FFF2-40B4-BE49-F238E27FC236}">
                    <a16:creationId xmlns:a16="http://schemas.microsoft.com/office/drawing/2014/main" id="{F34CAB5A-75B0-512D-7AA2-B7D6464593A7}"/>
                  </a:ext>
                </a:extLst>
              </p:cNvPr>
              <p:cNvSpPr/>
              <p:nvPr userDrawn="1"/>
            </p:nvSpPr>
            <p:spPr>
              <a:xfrm>
                <a:off x="291705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76" name="Овал 75">
                <a:extLst>
                  <a:ext uri="{FF2B5EF4-FFF2-40B4-BE49-F238E27FC236}">
                    <a16:creationId xmlns:a16="http://schemas.microsoft.com/office/drawing/2014/main" id="{2FBA986E-E49F-31FE-8AB8-7282072E0CF3}"/>
                  </a:ext>
                </a:extLst>
              </p:cNvPr>
              <p:cNvSpPr/>
              <p:nvPr userDrawn="1"/>
            </p:nvSpPr>
            <p:spPr>
              <a:xfrm>
                <a:off x="364699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77" name="Овал 76">
                <a:extLst>
                  <a:ext uri="{FF2B5EF4-FFF2-40B4-BE49-F238E27FC236}">
                    <a16:creationId xmlns:a16="http://schemas.microsoft.com/office/drawing/2014/main" id="{B39EF272-6BC3-C307-8FC1-8C647E02E3AC}"/>
                  </a:ext>
                </a:extLst>
              </p:cNvPr>
              <p:cNvSpPr/>
              <p:nvPr userDrawn="1"/>
            </p:nvSpPr>
            <p:spPr>
              <a:xfrm>
                <a:off x="437693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78" name="Овал 77">
                <a:extLst>
                  <a:ext uri="{FF2B5EF4-FFF2-40B4-BE49-F238E27FC236}">
                    <a16:creationId xmlns:a16="http://schemas.microsoft.com/office/drawing/2014/main" id="{1899F280-E82D-B257-B657-E952EFC612F5}"/>
                  </a:ext>
                </a:extLst>
              </p:cNvPr>
              <p:cNvSpPr/>
              <p:nvPr userDrawn="1"/>
            </p:nvSpPr>
            <p:spPr>
              <a:xfrm>
                <a:off x="510687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79" name="Овал 78">
                <a:extLst>
                  <a:ext uri="{FF2B5EF4-FFF2-40B4-BE49-F238E27FC236}">
                    <a16:creationId xmlns:a16="http://schemas.microsoft.com/office/drawing/2014/main" id="{BC7962CA-62B8-ABD2-A47F-C5DA79317278}"/>
                  </a:ext>
                </a:extLst>
              </p:cNvPr>
              <p:cNvSpPr/>
              <p:nvPr userDrawn="1"/>
            </p:nvSpPr>
            <p:spPr>
              <a:xfrm>
                <a:off x="583681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80" name="Овал 79">
                <a:extLst>
                  <a:ext uri="{FF2B5EF4-FFF2-40B4-BE49-F238E27FC236}">
                    <a16:creationId xmlns:a16="http://schemas.microsoft.com/office/drawing/2014/main" id="{F34C65B0-E199-B3DA-4ECD-A384DC7D6287}"/>
                  </a:ext>
                </a:extLst>
              </p:cNvPr>
              <p:cNvSpPr/>
              <p:nvPr userDrawn="1"/>
            </p:nvSpPr>
            <p:spPr>
              <a:xfrm>
                <a:off x="656675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81" name="Овал 80">
                <a:extLst>
                  <a:ext uri="{FF2B5EF4-FFF2-40B4-BE49-F238E27FC236}">
                    <a16:creationId xmlns:a16="http://schemas.microsoft.com/office/drawing/2014/main" id="{39249369-2B85-92B5-54E8-8B6D927AA403}"/>
                  </a:ext>
                </a:extLst>
              </p:cNvPr>
              <p:cNvSpPr/>
              <p:nvPr userDrawn="1"/>
            </p:nvSpPr>
            <p:spPr>
              <a:xfrm>
                <a:off x="729669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82" name="Овал 81">
                <a:extLst>
                  <a:ext uri="{FF2B5EF4-FFF2-40B4-BE49-F238E27FC236}">
                    <a16:creationId xmlns:a16="http://schemas.microsoft.com/office/drawing/2014/main" id="{76AE18E7-624D-46BD-72A0-87075D96CB90}"/>
                  </a:ext>
                </a:extLst>
              </p:cNvPr>
              <p:cNvSpPr/>
              <p:nvPr userDrawn="1"/>
            </p:nvSpPr>
            <p:spPr>
              <a:xfrm>
                <a:off x="802663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83" name="Овал 82">
                <a:extLst>
                  <a:ext uri="{FF2B5EF4-FFF2-40B4-BE49-F238E27FC236}">
                    <a16:creationId xmlns:a16="http://schemas.microsoft.com/office/drawing/2014/main" id="{2DF9A227-1BAE-7BFC-7074-F4215D3F2005}"/>
                  </a:ext>
                </a:extLst>
              </p:cNvPr>
              <p:cNvSpPr/>
              <p:nvPr userDrawn="1"/>
            </p:nvSpPr>
            <p:spPr>
              <a:xfrm>
                <a:off x="875657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  <p:grpSp>
          <p:nvGrpSpPr>
            <p:cNvPr id="7" name="Группа 6">
              <a:extLst>
                <a:ext uri="{FF2B5EF4-FFF2-40B4-BE49-F238E27FC236}">
                  <a16:creationId xmlns:a16="http://schemas.microsoft.com/office/drawing/2014/main" id="{D300902E-3555-C5CF-14DC-8FCFDDF8D4EB}"/>
                </a:ext>
              </a:extLst>
            </p:cNvPr>
            <p:cNvGrpSpPr/>
            <p:nvPr userDrawn="1"/>
          </p:nvGrpSpPr>
          <p:grpSpPr>
            <a:xfrm>
              <a:off x="731520" y="1354300"/>
              <a:ext cx="8075850" cy="50800"/>
              <a:chOff x="731520" y="670560"/>
              <a:chExt cx="8075850" cy="50800"/>
            </a:xfrm>
            <a:grpFill/>
          </p:grpSpPr>
          <p:sp>
            <p:nvSpPr>
              <p:cNvPr id="60" name="Овал 59">
                <a:extLst>
                  <a:ext uri="{FF2B5EF4-FFF2-40B4-BE49-F238E27FC236}">
                    <a16:creationId xmlns:a16="http://schemas.microsoft.com/office/drawing/2014/main" id="{96E0755A-DDCA-BFEE-6A59-E428F18A1A13}"/>
                  </a:ext>
                </a:extLst>
              </p:cNvPr>
              <p:cNvSpPr/>
              <p:nvPr userDrawn="1"/>
            </p:nvSpPr>
            <p:spPr>
              <a:xfrm>
                <a:off x="73152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61" name="Овал 60">
                <a:extLst>
                  <a:ext uri="{FF2B5EF4-FFF2-40B4-BE49-F238E27FC236}">
                    <a16:creationId xmlns:a16="http://schemas.microsoft.com/office/drawing/2014/main" id="{E687BC9B-FE23-9B2F-39CE-438A2ECD13D6}"/>
                  </a:ext>
                </a:extLst>
              </p:cNvPr>
              <p:cNvSpPr/>
              <p:nvPr userDrawn="1"/>
            </p:nvSpPr>
            <p:spPr>
              <a:xfrm>
                <a:off x="145717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62" name="Овал 61">
                <a:extLst>
                  <a:ext uri="{FF2B5EF4-FFF2-40B4-BE49-F238E27FC236}">
                    <a16:creationId xmlns:a16="http://schemas.microsoft.com/office/drawing/2014/main" id="{ACA23E23-B2D4-61FC-FFF3-EF3C057E9ACD}"/>
                  </a:ext>
                </a:extLst>
              </p:cNvPr>
              <p:cNvSpPr/>
              <p:nvPr userDrawn="1"/>
            </p:nvSpPr>
            <p:spPr>
              <a:xfrm>
                <a:off x="218711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63" name="Овал 62">
                <a:extLst>
                  <a:ext uri="{FF2B5EF4-FFF2-40B4-BE49-F238E27FC236}">
                    <a16:creationId xmlns:a16="http://schemas.microsoft.com/office/drawing/2014/main" id="{B75262D1-93C4-472B-2B28-B3A478E96BD1}"/>
                  </a:ext>
                </a:extLst>
              </p:cNvPr>
              <p:cNvSpPr/>
              <p:nvPr userDrawn="1"/>
            </p:nvSpPr>
            <p:spPr>
              <a:xfrm>
                <a:off x="291705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64" name="Овал 63">
                <a:extLst>
                  <a:ext uri="{FF2B5EF4-FFF2-40B4-BE49-F238E27FC236}">
                    <a16:creationId xmlns:a16="http://schemas.microsoft.com/office/drawing/2014/main" id="{B9FFC06B-0B88-9B3E-E5AB-49BC838C8C21}"/>
                  </a:ext>
                </a:extLst>
              </p:cNvPr>
              <p:cNvSpPr/>
              <p:nvPr userDrawn="1"/>
            </p:nvSpPr>
            <p:spPr>
              <a:xfrm>
                <a:off x="364699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65" name="Овал 64">
                <a:extLst>
                  <a:ext uri="{FF2B5EF4-FFF2-40B4-BE49-F238E27FC236}">
                    <a16:creationId xmlns:a16="http://schemas.microsoft.com/office/drawing/2014/main" id="{D8B9C336-C43A-4D7B-7462-5F3F8BB84729}"/>
                  </a:ext>
                </a:extLst>
              </p:cNvPr>
              <p:cNvSpPr/>
              <p:nvPr userDrawn="1"/>
            </p:nvSpPr>
            <p:spPr>
              <a:xfrm>
                <a:off x="437693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66" name="Овал 65">
                <a:extLst>
                  <a:ext uri="{FF2B5EF4-FFF2-40B4-BE49-F238E27FC236}">
                    <a16:creationId xmlns:a16="http://schemas.microsoft.com/office/drawing/2014/main" id="{B25F015E-F1FF-4686-5BD7-0BCFBFF239CA}"/>
                  </a:ext>
                </a:extLst>
              </p:cNvPr>
              <p:cNvSpPr/>
              <p:nvPr userDrawn="1"/>
            </p:nvSpPr>
            <p:spPr>
              <a:xfrm>
                <a:off x="510687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67" name="Овал 66">
                <a:extLst>
                  <a:ext uri="{FF2B5EF4-FFF2-40B4-BE49-F238E27FC236}">
                    <a16:creationId xmlns:a16="http://schemas.microsoft.com/office/drawing/2014/main" id="{43F6144B-47BF-D41B-2C95-1A29F42D8225}"/>
                  </a:ext>
                </a:extLst>
              </p:cNvPr>
              <p:cNvSpPr/>
              <p:nvPr userDrawn="1"/>
            </p:nvSpPr>
            <p:spPr>
              <a:xfrm>
                <a:off x="583681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68" name="Овал 67">
                <a:extLst>
                  <a:ext uri="{FF2B5EF4-FFF2-40B4-BE49-F238E27FC236}">
                    <a16:creationId xmlns:a16="http://schemas.microsoft.com/office/drawing/2014/main" id="{AF350845-CA5F-5CB6-18E4-E0387D8DBC59}"/>
                  </a:ext>
                </a:extLst>
              </p:cNvPr>
              <p:cNvSpPr/>
              <p:nvPr userDrawn="1"/>
            </p:nvSpPr>
            <p:spPr>
              <a:xfrm>
                <a:off x="656675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69" name="Овал 68">
                <a:extLst>
                  <a:ext uri="{FF2B5EF4-FFF2-40B4-BE49-F238E27FC236}">
                    <a16:creationId xmlns:a16="http://schemas.microsoft.com/office/drawing/2014/main" id="{6B20593C-4A38-5EE2-E404-1BA9CA67C45A}"/>
                  </a:ext>
                </a:extLst>
              </p:cNvPr>
              <p:cNvSpPr/>
              <p:nvPr userDrawn="1"/>
            </p:nvSpPr>
            <p:spPr>
              <a:xfrm>
                <a:off x="729669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70" name="Овал 69">
                <a:extLst>
                  <a:ext uri="{FF2B5EF4-FFF2-40B4-BE49-F238E27FC236}">
                    <a16:creationId xmlns:a16="http://schemas.microsoft.com/office/drawing/2014/main" id="{AD46C1C3-A34E-85C9-E479-B429F0F4E643}"/>
                  </a:ext>
                </a:extLst>
              </p:cNvPr>
              <p:cNvSpPr/>
              <p:nvPr userDrawn="1"/>
            </p:nvSpPr>
            <p:spPr>
              <a:xfrm>
                <a:off x="802663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71" name="Овал 70">
                <a:extLst>
                  <a:ext uri="{FF2B5EF4-FFF2-40B4-BE49-F238E27FC236}">
                    <a16:creationId xmlns:a16="http://schemas.microsoft.com/office/drawing/2014/main" id="{19C785F3-77AC-1372-2F64-3922B03F2CCC}"/>
                  </a:ext>
                </a:extLst>
              </p:cNvPr>
              <p:cNvSpPr/>
              <p:nvPr userDrawn="1"/>
            </p:nvSpPr>
            <p:spPr>
              <a:xfrm>
                <a:off x="875657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  <p:grpSp>
          <p:nvGrpSpPr>
            <p:cNvPr id="8" name="Группа 7">
              <a:extLst>
                <a:ext uri="{FF2B5EF4-FFF2-40B4-BE49-F238E27FC236}">
                  <a16:creationId xmlns:a16="http://schemas.microsoft.com/office/drawing/2014/main" id="{B352DCCF-3F97-C879-8598-99438C549E0D}"/>
                </a:ext>
              </a:extLst>
            </p:cNvPr>
            <p:cNvGrpSpPr/>
            <p:nvPr userDrawn="1"/>
          </p:nvGrpSpPr>
          <p:grpSpPr>
            <a:xfrm>
              <a:off x="731520" y="2062754"/>
              <a:ext cx="8075850" cy="50800"/>
              <a:chOff x="731520" y="670560"/>
              <a:chExt cx="8075850" cy="50800"/>
            </a:xfrm>
            <a:grpFill/>
          </p:grpSpPr>
          <p:sp>
            <p:nvSpPr>
              <p:cNvPr id="48" name="Овал 47">
                <a:extLst>
                  <a:ext uri="{FF2B5EF4-FFF2-40B4-BE49-F238E27FC236}">
                    <a16:creationId xmlns:a16="http://schemas.microsoft.com/office/drawing/2014/main" id="{6DA5C2B8-B13C-78BB-2829-2B27FFCB0D73}"/>
                  </a:ext>
                </a:extLst>
              </p:cNvPr>
              <p:cNvSpPr/>
              <p:nvPr userDrawn="1"/>
            </p:nvSpPr>
            <p:spPr>
              <a:xfrm>
                <a:off x="73152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49" name="Овал 48">
                <a:extLst>
                  <a:ext uri="{FF2B5EF4-FFF2-40B4-BE49-F238E27FC236}">
                    <a16:creationId xmlns:a16="http://schemas.microsoft.com/office/drawing/2014/main" id="{1589C75D-A469-C049-DC51-7B56B0180783}"/>
                  </a:ext>
                </a:extLst>
              </p:cNvPr>
              <p:cNvSpPr/>
              <p:nvPr userDrawn="1"/>
            </p:nvSpPr>
            <p:spPr>
              <a:xfrm>
                <a:off x="145717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50" name="Овал 49">
                <a:extLst>
                  <a:ext uri="{FF2B5EF4-FFF2-40B4-BE49-F238E27FC236}">
                    <a16:creationId xmlns:a16="http://schemas.microsoft.com/office/drawing/2014/main" id="{4BE16D68-5BFD-302E-280A-336E350D223C}"/>
                  </a:ext>
                </a:extLst>
              </p:cNvPr>
              <p:cNvSpPr/>
              <p:nvPr userDrawn="1"/>
            </p:nvSpPr>
            <p:spPr>
              <a:xfrm>
                <a:off x="218711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51" name="Овал 50">
                <a:extLst>
                  <a:ext uri="{FF2B5EF4-FFF2-40B4-BE49-F238E27FC236}">
                    <a16:creationId xmlns:a16="http://schemas.microsoft.com/office/drawing/2014/main" id="{291CF16E-BC0D-AA28-1AD7-99CA7DA85958}"/>
                  </a:ext>
                </a:extLst>
              </p:cNvPr>
              <p:cNvSpPr/>
              <p:nvPr userDrawn="1"/>
            </p:nvSpPr>
            <p:spPr>
              <a:xfrm>
                <a:off x="291705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52" name="Овал 51">
                <a:extLst>
                  <a:ext uri="{FF2B5EF4-FFF2-40B4-BE49-F238E27FC236}">
                    <a16:creationId xmlns:a16="http://schemas.microsoft.com/office/drawing/2014/main" id="{305975E5-7271-67C7-9745-1E6B8FD7FA11}"/>
                  </a:ext>
                </a:extLst>
              </p:cNvPr>
              <p:cNvSpPr/>
              <p:nvPr userDrawn="1"/>
            </p:nvSpPr>
            <p:spPr>
              <a:xfrm>
                <a:off x="364699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53" name="Овал 52">
                <a:extLst>
                  <a:ext uri="{FF2B5EF4-FFF2-40B4-BE49-F238E27FC236}">
                    <a16:creationId xmlns:a16="http://schemas.microsoft.com/office/drawing/2014/main" id="{0197CBBB-ED2F-84E0-91BF-FBB2ED733C86}"/>
                  </a:ext>
                </a:extLst>
              </p:cNvPr>
              <p:cNvSpPr/>
              <p:nvPr userDrawn="1"/>
            </p:nvSpPr>
            <p:spPr>
              <a:xfrm>
                <a:off x="437693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54" name="Овал 53">
                <a:extLst>
                  <a:ext uri="{FF2B5EF4-FFF2-40B4-BE49-F238E27FC236}">
                    <a16:creationId xmlns:a16="http://schemas.microsoft.com/office/drawing/2014/main" id="{5C3334F3-27C6-5655-E66B-2D02D611BD9F}"/>
                  </a:ext>
                </a:extLst>
              </p:cNvPr>
              <p:cNvSpPr/>
              <p:nvPr userDrawn="1"/>
            </p:nvSpPr>
            <p:spPr>
              <a:xfrm>
                <a:off x="510687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55" name="Овал 54">
                <a:extLst>
                  <a:ext uri="{FF2B5EF4-FFF2-40B4-BE49-F238E27FC236}">
                    <a16:creationId xmlns:a16="http://schemas.microsoft.com/office/drawing/2014/main" id="{6A780DB8-D81B-152E-BC51-35A9D6D989E5}"/>
                  </a:ext>
                </a:extLst>
              </p:cNvPr>
              <p:cNvSpPr/>
              <p:nvPr userDrawn="1"/>
            </p:nvSpPr>
            <p:spPr>
              <a:xfrm>
                <a:off x="583681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56" name="Овал 55">
                <a:extLst>
                  <a:ext uri="{FF2B5EF4-FFF2-40B4-BE49-F238E27FC236}">
                    <a16:creationId xmlns:a16="http://schemas.microsoft.com/office/drawing/2014/main" id="{41CC72CF-07D5-9AB5-B6AC-F9CFD2870D2C}"/>
                  </a:ext>
                </a:extLst>
              </p:cNvPr>
              <p:cNvSpPr/>
              <p:nvPr userDrawn="1"/>
            </p:nvSpPr>
            <p:spPr>
              <a:xfrm>
                <a:off x="656675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57" name="Овал 56">
                <a:extLst>
                  <a:ext uri="{FF2B5EF4-FFF2-40B4-BE49-F238E27FC236}">
                    <a16:creationId xmlns:a16="http://schemas.microsoft.com/office/drawing/2014/main" id="{0330396A-18FE-FABE-C705-69EF2BADD9BE}"/>
                  </a:ext>
                </a:extLst>
              </p:cNvPr>
              <p:cNvSpPr/>
              <p:nvPr userDrawn="1"/>
            </p:nvSpPr>
            <p:spPr>
              <a:xfrm>
                <a:off x="729669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58" name="Овал 57">
                <a:extLst>
                  <a:ext uri="{FF2B5EF4-FFF2-40B4-BE49-F238E27FC236}">
                    <a16:creationId xmlns:a16="http://schemas.microsoft.com/office/drawing/2014/main" id="{ECD7F195-BBEA-E4BA-5868-9FC7DB3D1166}"/>
                  </a:ext>
                </a:extLst>
              </p:cNvPr>
              <p:cNvSpPr/>
              <p:nvPr userDrawn="1"/>
            </p:nvSpPr>
            <p:spPr>
              <a:xfrm>
                <a:off x="802663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59" name="Овал 58">
                <a:extLst>
                  <a:ext uri="{FF2B5EF4-FFF2-40B4-BE49-F238E27FC236}">
                    <a16:creationId xmlns:a16="http://schemas.microsoft.com/office/drawing/2014/main" id="{0E37F652-13B6-9217-C4F0-C61AB0AF92F4}"/>
                  </a:ext>
                </a:extLst>
              </p:cNvPr>
              <p:cNvSpPr/>
              <p:nvPr userDrawn="1"/>
            </p:nvSpPr>
            <p:spPr>
              <a:xfrm>
                <a:off x="875657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  <p:grpSp>
          <p:nvGrpSpPr>
            <p:cNvPr id="9" name="Группа 8">
              <a:extLst>
                <a:ext uri="{FF2B5EF4-FFF2-40B4-BE49-F238E27FC236}">
                  <a16:creationId xmlns:a16="http://schemas.microsoft.com/office/drawing/2014/main" id="{C5C2014B-EC8C-E245-92FA-D26910BEBF7C}"/>
                </a:ext>
              </a:extLst>
            </p:cNvPr>
            <p:cNvGrpSpPr/>
            <p:nvPr userDrawn="1"/>
          </p:nvGrpSpPr>
          <p:grpSpPr>
            <a:xfrm>
              <a:off x="731520" y="2777673"/>
              <a:ext cx="8075850" cy="50800"/>
              <a:chOff x="731520" y="670560"/>
              <a:chExt cx="8075850" cy="50800"/>
            </a:xfrm>
            <a:grpFill/>
          </p:grpSpPr>
          <p:sp>
            <p:nvSpPr>
              <p:cNvPr id="36" name="Овал 35">
                <a:extLst>
                  <a:ext uri="{FF2B5EF4-FFF2-40B4-BE49-F238E27FC236}">
                    <a16:creationId xmlns:a16="http://schemas.microsoft.com/office/drawing/2014/main" id="{2EEF8044-BC96-1F28-B42B-10D9D036A240}"/>
                  </a:ext>
                </a:extLst>
              </p:cNvPr>
              <p:cNvSpPr/>
              <p:nvPr userDrawn="1"/>
            </p:nvSpPr>
            <p:spPr>
              <a:xfrm>
                <a:off x="73152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37" name="Овал 36">
                <a:extLst>
                  <a:ext uri="{FF2B5EF4-FFF2-40B4-BE49-F238E27FC236}">
                    <a16:creationId xmlns:a16="http://schemas.microsoft.com/office/drawing/2014/main" id="{E342A3AB-0847-65A1-F349-E71178C739DD}"/>
                  </a:ext>
                </a:extLst>
              </p:cNvPr>
              <p:cNvSpPr/>
              <p:nvPr userDrawn="1"/>
            </p:nvSpPr>
            <p:spPr>
              <a:xfrm>
                <a:off x="145717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38" name="Овал 37">
                <a:extLst>
                  <a:ext uri="{FF2B5EF4-FFF2-40B4-BE49-F238E27FC236}">
                    <a16:creationId xmlns:a16="http://schemas.microsoft.com/office/drawing/2014/main" id="{83DBC965-B657-51A7-9459-313FACFEFF79}"/>
                  </a:ext>
                </a:extLst>
              </p:cNvPr>
              <p:cNvSpPr/>
              <p:nvPr userDrawn="1"/>
            </p:nvSpPr>
            <p:spPr>
              <a:xfrm>
                <a:off x="218711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39" name="Овал 38">
                <a:extLst>
                  <a:ext uri="{FF2B5EF4-FFF2-40B4-BE49-F238E27FC236}">
                    <a16:creationId xmlns:a16="http://schemas.microsoft.com/office/drawing/2014/main" id="{B0DAE39C-DD67-68AF-44AB-2185254DF138}"/>
                  </a:ext>
                </a:extLst>
              </p:cNvPr>
              <p:cNvSpPr/>
              <p:nvPr userDrawn="1"/>
            </p:nvSpPr>
            <p:spPr>
              <a:xfrm>
                <a:off x="291705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40" name="Овал 39">
                <a:extLst>
                  <a:ext uri="{FF2B5EF4-FFF2-40B4-BE49-F238E27FC236}">
                    <a16:creationId xmlns:a16="http://schemas.microsoft.com/office/drawing/2014/main" id="{DA344A40-CE24-3E34-379F-66A6A682E5EF}"/>
                  </a:ext>
                </a:extLst>
              </p:cNvPr>
              <p:cNvSpPr/>
              <p:nvPr userDrawn="1"/>
            </p:nvSpPr>
            <p:spPr>
              <a:xfrm>
                <a:off x="364699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41" name="Овал 40">
                <a:extLst>
                  <a:ext uri="{FF2B5EF4-FFF2-40B4-BE49-F238E27FC236}">
                    <a16:creationId xmlns:a16="http://schemas.microsoft.com/office/drawing/2014/main" id="{E39B86E6-813C-96DD-30C5-E38B5C71C41E}"/>
                  </a:ext>
                </a:extLst>
              </p:cNvPr>
              <p:cNvSpPr/>
              <p:nvPr userDrawn="1"/>
            </p:nvSpPr>
            <p:spPr>
              <a:xfrm>
                <a:off x="437693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42" name="Овал 41">
                <a:extLst>
                  <a:ext uri="{FF2B5EF4-FFF2-40B4-BE49-F238E27FC236}">
                    <a16:creationId xmlns:a16="http://schemas.microsoft.com/office/drawing/2014/main" id="{CDF7C292-D426-FDE8-51D1-909A696203D4}"/>
                  </a:ext>
                </a:extLst>
              </p:cNvPr>
              <p:cNvSpPr/>
              <p:nvPr userDrawn="1"/>
            </p:nvSpPr>
            <p:spPr>
              <a:xfrm>
                <a:off x="510687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43" name="Овал 42">
                <a:extLst>
                  <a:ext uri="{FF2B5EF4-FFF2-40B4-BE49-F238E27FC236}">
                    <a16:creationId xmlns:a16="http://schemas.microsoft.com/office/drawing/2014/main" id="{934E11CB-C0B4-6E98-1BD8-BCC83BF34DE2}"/>
                  </a:ext>
                </a:extLst>
              </p:cNvPr>
              <p:cNvSpPr/>
              <p:nvPr userDrawn="1"/>
            </p:nvSpPr>
            <p:spPr>
              <a:xfrm>
                <a:off x="583681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44" name="Овал 43">
                <a:extLst>
                  <a:ext uri="{FF2B5EF4-FFF2-40B4-BE49-F238E27FC236}">
                    <a16:creationId xmlns:a16="http://schemas.microsoft.com/office/drawing/2014/main" id="{7E77A3E6-8AB1-F7F1-0C57-460854514896}"/>
                  </a:ext>
                </a:extLst>
              </p:cNvPr>
              <p:cNvSpPr/>
              <p:nvPr userDrawn="1"/>
            </p:nvSpPr>
            <p:spPr>
              <a:xfrm>
                <a:off x="656675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45" name="Овал 44">
                <a:extLst>
                  <a:ext uri="{FF2B5EF4-FFF2-40B4-BE49-F238E27FC236}">
                    <a16:creationId xmlns:a16="http://schemas.microsoft.com/office/drawing/2014/main" id="{92B41BC1-FBFC-19E2-4CAE-C6547C111E25}"/>
                  </a:ext>
                </a:extLst>
              </p:cNvPr>
              <p:cNvSpPr/>
              <p:nvPr userDrawn="1"/>
            </p:nvSpPr>
            <p:spPr>
              <a:xfrm>
                <a:off x="729669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46" name="Овал 45">
                <a:extLst>
                  <a:ext uri="{FF2B5EF4-FFF2-40B4-BE49-F238E27FC236}">
                    <a16:creationId xmlns:a16="http://schemas.microsoft.com/office/drawing/2014/main" id="{AEE4C43D-7ABE-4CDD-9DF7-E34431C1B4F4}"/>
                  </a:ext>
                </a:extLst>
              </p:cNvPr>
              <p:cNvSpPr/>
              <p:nvPr userDrawn="1"/>
            </p:nvSpPr>
            <p:spPr>
              <a:xfrm>
                <a:off x="802663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47" name="Овал 46">
                <a:extLst>
                  <a:ext uri="{FF2B5EF4-FFF2-40B4-BE49-F238E27FC236}">
                    <a16:creationId xmlns:a16="http://schemas.microsoft.com/office/drawing/2014/main" id="{2D7F8D28-3051-A95A-5D59-ED2545A8047C}"/>
                  </a:ext>
                </a:extLst>
              </p:cNvPr>
              <p:cNvSpPr/>
              <p:nvPr userDrawn="1"/>
            </p:nvSpPr>
            <p:spPr>
              <a:xfrm>
                <a:off x="875657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  <p:grpSp>
          <p:nvGrpSpPr>
            <p:cNvPr id="10" name="Группа 9">
              <a:extLst>
                <a:ext uri="{FF2B5EF4-FFF2-40B4-BE49-F238E27FC236}">
                  <a16:creationId xmlns:a16="http://schemas.microsoft.com/office/drawing/2014/main" id="{093B3D75-238A-A82A-4441-B0ABED752C53}"/>
                </a:ext>
              </a:extLst>
            </p:cNvPr>
            <p:cNvGrpSpPr/>
            <p:nvPr userDrawn="1"/>
          </p:nvGrpSpPr>
          <p:grpSpPr>
            <a:xfrm>
              <a:off x="731520" y="3475802"/>
              <a:ext cx="8075850" cy="50800"/>
              <a:chOff x="731520" y="670560"/>
              <a:chExt cx="8075850" cy="50800"/>
            </a:xfrm>
            <a:grpFill/>
          </p:grpSpPr>
          <p:sp>
            <p:nvSpPr>
              <p:cNvPr id="24" name="Овал 23">
                <a:extLst>
                  <a:ext uri="{FF2B5EF4-FFF2-40B4-BE49-F238E27FC236}">
                    <a16:creationId xmlns:a16="http://schemas.microsoft.com/office/drawing/2014/main" id="{2A2E42B6-F294-0C94-1EDE-1191D998E8B6}"/>
                  </a:ext>
                </a:extLst>
              </p:cNvPr>
              <p:cNvSpPr/>
              <p:nvPr userDrawn="1"/>
            </p:nvSpPr>
            <p:spPr>
              <a:xfrm>
                <a:off x="73152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5" name="Овал 24">
                <a:extLst>
                  <a:ext uri="{FF2B5EF4-FFF2-40B4-BE49-F238E27FC236}">
                    <a16:creationId xmlns:a16="http://schemas.microsoft.com/office/drawing/2014/main" id="{DC377225-336C-D920-76A0-6C2C071A77AF}"/>
                  </a:ext>
                </a:extLst>
              </p:cNvPr>
              <p:cNvSpPr/>
              <p:nvPr userDrawn="1"/>
            </p:nvSpPr>
            <p:spPr>
              <a:xfrm>
                <a:off x="145717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6" name="Овал 25">
                <a:extLst>
                  <a:ext uri="{FF2B5EF4-FFF2-40B4-BE49-F238E27FC236}">
                    <a16:creationId xmlns:a16="http://schemas.microsoft.com/office/drawing/2014/main" id="{373EB9D1-38D7-A098-2D5A-9AF0DAE8C792}"/>
                  </a:ext>
                </a:extLst>
              </p:cNvPr>
              <p:cNvSpPr/>
              <p:nvPr userDrawn="1"/>
            </p:nvSpPr>
            <p:spPr>
              <a:xfrm>
                <a:off x="218711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7" name="Овал 26">
                <a:extLst>
                  <a:ext uri="{FF2B5EF4-FFF2-40B4-BE49-F238E27FC236}">
                    <a16:creationId xmlns:a16="http://schemas.microsoft.com/office/drawing/2014/main" id="{26CC4F03-EFF9-48AF-BAAB-E4DB8AEC2965}"/>
                  </a:ext>
                </a:extLst>
              </p:cNvPr>
              <p:cNvSpPr/>
              <p:nvPr userDrawn="1"/>
            </p:nvSpPr>
            <p:spPr>
              <a:xfrm>
                <a:off x="291705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8" name="Овал 27">
                <a:extLst>
                  <a:ext uri="{FF2B5EF4-FFF2-40B4-BE49-F238E27FC236}">
                    <a16:creationId xmlns:a16="http://schemas.microsoft.com/office/drawing/2014/main" id="{7219629F-79C1-5257-2940-832C4965FEC4}"/>
                  </a:ext>
                </a:extLst>
              </p:cNvPr>
              <p:cNvSpPr/>
              <p:nvPr userDrawn="1"/>
            </p:nvSpPr>
            <p:spPr>
              <a:xfrm>
                <a:off x="364699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9" name="Овал 28">
                <a:extLst>
                  <a:ext uri="{FF2B5EF4-FFF2-40B4-BE49-F238E27FC236}">
                    <a16:creationId xmlns:a16="http://schemas.microsoft.com/office/drawing/2014/main" id="{4B6491ED-7A30-90D8-D6BB-DF7D7DEA2E16}"/>
                  </a:ext>
                </a:extLst>
              </p:cNvPr>
              <p:cNvSpPr/>
              <p:nvPr userDrawn="1"/>
            </p:nvSpPr>
            <p:spPr>
              <a:xfrm>
                <a:off x="437693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30" name="Овал 29">
                <a:extLst>
                  <a:ext uri="{FF2B5EF4-FFF2-40B4-BE49-F238E27FC236}">
                    <a16:creationId xmlns:a16="http://schemas.microsoft.com/office/drawing/2014/main" id="{AB35F1D2-CAFE-3DD2-0573-30B79832F492}"/>
                  </a:ext>
                </a:extLst>
              </p:cNvPr>
              <p:cNvSpPr/>
              <p:nvPr userDrawn="1"/>
            </p:nvSpPr>
            <p:spPr>
              <a:xfrm>
                <a:off x="510687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31" name="Овал 30">
                <a:extLst>
                  <a:ext uri="{FF2B5EF4-FFF2-40B4-BE49-F238E27FC236}">
                    <a16:creationId xmlns:a16="http://schemas.microsoft.com/office/drawing/2014/main" id="{77AD252D-C418-C700-9A95-452CD5BA8FA1}"/>
                  </a:ext>
                </a:extLst>
              </p:cNvPr>
              <p:cNvSpPr/>
              <p:nvPr userDrawn="1"/>
            </p:nvSpPr>
            <p:spPr>
              <a:xfrm>
                <a:off x="583681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32" name="Овал 31">
                <a:extLst>
                  <a:ext uri="{FF2B5EF4-FFF2-40B4-BE49-F238E27FC236}">
                    <a16:creationId xmlns:a16="http://schemas.microsoft.com/office/drawing/2014/main" id="{A6481A98-F30C-4304-592B-5705B9570B1B}"/>
                  </a:ext>
                </a:extLst>
              </p:cNvPr>
              <p:cNvSpPr/>
              <p:nvPr userDrawn="1"/>
            </p:nvSpPr>
            <p:spPr>
              <a:xfrm>
                <a:off x="656675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33" name="Овал 32">
                <a:extLst>
                  <a:ext uri="{FF2B5EF4-FFF2-40B4-BE49-F238E27FC236}">
                    <a16:creationId xmlns:a16="http://schemas.microsoft.com/office/drawing/2014/main" id="{29B3F925-4567-9B56-4837-D096D011CB62}"/>
                  </a:ext>
                </a:extLst>
              </p:cNvPr>
              <p:cNvSpPr/>
              <p:nvPr userDrawn="1"/>
            </p:nvSpPr>
            <p:spPr>
              <a:xfrm>
                <a:off x="729669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34" name="Овал 33">
                <a:extLst>
                  <a:ext uri="{FF2B5EF4-FFF2-40B4-BE49-F238E27FC236}">
                    <a16:creationId xmlns:a16="http://schemas.microsoft.com/office/drawing/2014/main" id="{C795D3B7-134C-CAE0-C4B4-71A3605EA5D8}"/>
                  </a:ext>
                </a:extLst>
              </p:cNvPr>
              <p:cNvSpPr/>
              <p:nvPr userDrawn="1"/>
            </p:nvSpPr>
            <p:spPr>
              <a:xfrm>
                <a:off x="802663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35" name="Овал 34">
                <a:extLst>
                  <a:ext uri="{FF2B5EF4-FFF2-40B4-BE49-F238E27FC236}">
                    <a16:creationId xmlns:a16="http://schemas.microsoft.com/office/drawing/2014/main" id="{D37DCFFE-5694-8FB1-0582-3FBBC77083EF}"/>
                  </a:ext>
                </a:extLst>
              </p:cNvPr>
              <p:cNvSpPr/>
              <p:nvPr userDrawn="1"/>
            </p:nvSpPr>
            <p:spPr>
              <a:xfrm>
                <a:off x="875657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  <p:grpSp>
          <p:nvGrpSpPr>
            <p:cNvPr id="11" name="Группа 10">
              <a:extLst>
                <a:ext uri="{FF2B5EF4-FFF2-40B4-BE49-F238E27FC236}">
                  <a16:creationId xmlns:a16="http://schemas.microsoft.com/office/drawing/2014/main" id="{9AD6B8E3-045E-8E7C-AD1A-BE959C10E158}"/>
                </a:ext>
              </a:extLst>
            </p:cNvPr>
            <p:cNvGrpSpPr/>
            <p:nvPr userDrawn="1"/>
          </p:nvGrpSpPr>
          <p:grpSpPr>
            <a:xfrm>
              <a:off x="731520" y="4179065"/>
              <a:ext cx="8075850" cy="50800"/>
              <a:chOff x="731520" y="670560"/>
              <a:chExt cx="8075850" cy="50800"/>
            </a:xfrm>
            <a:grpFill/>
          </p:grpSpPr>
          <p:sp>
            <p:nvSpPr>
              <p:cNvPr id="12" name="Овал 11">
                <a:extLst>
                  <a:ext uri="{FF2B5EF4-FFF2-40B4-BE49-F238E27FC236}">
                    <a16:creationId xmlns:a16="http://schemas.microsoft.com/office/drawing/2014/main" id="{BAB4FE78-796A-9DCE-4680-26974532A932}"/>
                  </a:ext>
                </a:extLst>
              </p:cNvPr>
              <p:cNvSpPr/>
              <p:nvPr userDrawn="1"/>
            </p:nvSpPr>
            <p:spPr>
              <a:xfrm>
                <a:off x="73152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3" name="Овал 12">
                <a:extLst>
                  <a:ext uri="{FF2B5EF4-FFF2-40B4-BE49-F238E27FC236}">
                    <a16:creationId xmlns:a16="http://schemas.microsoft.com/office/drawing/2014/main" id="{C1D84788-CF59-FFBC-C220-8F5EB7506251}"/>
                  </a:ext>
                </a:extLst>
              </p:cNvPr>
              <p:cNvSpPr/>
              <p:nvPr userDrawn="1"/>
            </p:nvSpPr>
            <p:spPr>
              <a:xfrm>
                <a:off x="145717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4" name="Овал 13">
                <a:extLst>
                  <a:ext uri="{FF2B5EF4-FFF2-40B4-BE49-F238E27FC236}">
                    <a16:creationId xmlns:a16="http://schemas.microsoft.com/office/drawing/2014/main" id="{14835DEF-C827-A8B1-63E4-A024841BC836}"/>
                  </a:ext>
                </a:extLst>
              </p:cNvPr>
              <p:cNvSpPr/>
              <p:nvPr userDrawn="1"/>
            </p:nvSpPr>
            <p:spPr>
              <a:xfrm>
                <a:off x="218711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5" name="Овал 14">
                <a:extLst>
                  <a:ext uri="{FF2B5EF4-FFF2-40B4-BE49-F238E27FC236}">
                    <a16:creationId xmlns:a16="http://schemas.microsoft.com/office/drawing/2014/main" id="{9CD0BF02-0C74-77FC-8FE8-1B360AAD9D45}"/>
                  </a:ext>
                </a:extLst>
              </p:cNvPr>
              <p:cNvSpPr/>
              <p:nvPr userDrawn="1"/>
            </p:nvSpPr>
            <p:spPr>
              <a:xfrm>
                <a:off x="291705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6" name="Овал 15">
                <a:extLst>
                  <a:ext uri="{FF2B5EF4-FFF2-40B4-BE49-F238E27FC236}">
                    <a16:creationId xmlns:a16="http://schemas.microsoft.com/office/drawing/2014/main" id="{40D795B8-A4D8-B10B-6DEF-2F054BACDD48}"/>
                  </a:ext>
                </a:extLst>
              </p:cNvPr>
              <p:cNvSpPr/>
              <p:nvPr userDrawn="1"/>
            </p:nvSpPr>
            <p:spPr>
              <a:xfrm>
                <a:off x="364699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7" name="Овал 16">
                <a:extLst>
                  <a:ext uri="{FF2B5EF4-FFF2-40B4-BE49-F238E27FC236}">
                    <a16:creationId xmlns:a16="http://schemas.microsoft.com/office/drawing/2014/main" id="{06795806-E139-074C-4DB0-D0235534A0CE}"/>
                  </a:ext>
                </a:extLst>
              </p:cNvPr>
              <p:cNvSpPr/>
              <p:nvPr userDrawn="1"/>
            </p:nvSpPr>
            <p:spPr>
              <a:xfrm>
                <a:off x="437693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8" name="Овал 17">
                <a:extLst>
                  <a:ext uri="{FF2B5EF4-FFF2-40B4-BE49-F238E27FC236}">
                    <a16:creationId xmlns:a16="http://schemas.microsoft.com/office/drawing/2014/main" id="{26CF5682-7EAA-BCF8-B122-4521845720D6}"/>
                  </a:ext>
                </a:extLst>
              </p:cNvPr>
              <p:cNvSpPr/>
              <p:nvPr userDrawn="1"/>
            </p:nvSpPr>
            <p:spPr>
              <a:xfrm>
                <a:off x="510687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9" name="Овал 18">
                <a:extLst>
                  <a:ext uri="{FF2B5EF4-FFF2-40B4-BE49-F238E27FC236}">
                    <a16:creationId xmlns:a16="http://schemas.microsoft.com/office/drawing/2014/main" id="{1DBC73E7-0300-A5B3-C8AD-47A5F406EE8E}"/>
                  </a:ext>
                </a:extLst>
              </p:cNvPr>
              <p:cNvSpPr/>
              <p:nvPr userDrawn="1"/>
            </p:nvSpPr>
            <p:spPr>
              <a:xfrm>
                <a:off x="583681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0" name="Овал 19">
                <a:extLst>
                  <a:ext uri="{FF2B5EF4-FFF2-40B4-BE49-F238E27FC236}">
                    <a16:creationId xmlns:a16="http://schemas.microsoft.com/office/drawing/2014/main" id="{E66D7512-351B-5DD9-DCB4-36A0174DE8F9}"/>
                  </a:ext>
                </a:extLst>
              </p:cNvPr>
              <p:cNvSpPr/>
              <p:nvPr userDrawn="1"/>
            </p:nvSpPr>
            <p:spPr>
              <a:xfrm>
                <a:off x="656675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1" name="Овал 20">
                <a:extLst>
                  <a:ext uri="{FF2B5EF4-FFF2-40B4-BE49-F238E27FC236}">
                    <a16:creationId xmlns:a16="http://schemas.microsoft.com/office/drawing/2014/main" id="{9F576EE6-D236-57B7-5ACF-6BD89E0B4DB4}"/>
                  </a:ext>
                </a:extLst>
              </p:cNvPr>
              <p:cNvSpPr/>
              <p:nvPr userDrawn="1"/>
            </p:nvSpPr>
            <p:spPr>
              <a:xfrm>
                <a:off x="729669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2" name="Овал 21">
                <a:extLst>
                  <a:ext uri="{FF2B5EF4-FFF2-40B4-BE49-F238E27FC236}">
                    <a16:creationId xmlns:a16="http://schemas.microsoft.com/office/drawing/2014/main" id="{9C170524-05D7-D746-7F16-7A2988E9CC3A}"/>
                  </a:ext>
                </a:extLst>
              </p:cNvPr>
              <p:cNvSpPr/>
              <p:nvPr userDrawn="1"/>
            </p:nvSpPr>
            <p:spPr>
              <a:xfrm>
                <a:off x="802663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3" name="Овал 22">
                <a:extLst>
                  <a:ext uri="{FF2B5EF4-FFF2-40B4-BE49-F238E27FC236}">
                    <a16:creationId xmlns:a16="http://schemas.microsoft.com/office/drawing/2014/main" id="{0D02C886-886B-25A5-A649-1BCCBDF6BCE2}"/>
                  </a:ext>
                </a:extLst>
              </p:cNvPr>
              <p:cNvSpPr/>
              <p:nvPr userDrawn="1"/>
            </p:nvSpPr>
            <p:spPr>
              <a:xfrm>
                <a:off x="875657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</p:grpSp>
      <p:sp>
        <p:nvSpPr>
          <p:cNvPr id="84" name="Google Shape;156;p26">
            <a:extLst>
              <a:ext uri="{FF2B5EF4-FFF2-40B4-BE49-F238E27FC236}">
                <a16:creationId xmlns:a16="http://schemas.microsoft.com/office/drawing/2014/main" id="{0C3AC116-D1DB-9E00-EBE2-D7CCDE3BE613}"/>
              </a:ext>
            </a:extLst>
          </p:cNvPr>
          <p:cNvSpPr txBox="1"/>
          <p:nvPr userDrawn="1"/>
        </p:nvSpPr>
        <p:spPr>
          <a:xfrm>
            <a:off x="8590966" y="4774705"/>
            <a:ext cx="450804" cy="2308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18065EE7-A717-46A1-A32B-C5B7AF537424}" type="slidenum">
              <a:rPr lang="ru" sz="1050" smtClean="0">
                <a:solidFill>
                  <a:srgbClr val="B61AAE"/>
                </a:solidFill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sz="1400" dirty="0">
              <a:solidFill>
                <a:srgbClr val="B61AA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89550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объект" preserve="1" userDrawn="1">
  <p:cSld name="1_Заголовок и объект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983C0EA5-1832-61E6-13C9-564BA366A6A8}"/>
              </a:ext>
            </a:extLst>
          </p:cNvPr>
          <p:cNvSpPr/>
          <p:nvPr userDrawn="1"/>
        </p:nvSpPr>
        <p:spPr>
          <a:xfrm>
            <a:off x="-16990" y="-5686"/>
            <a:ext cx="9160990" cy="5149186"/>
          </a:xfrm>
          <a:prstGeom prst="rect">
            <a:avLst/>
          </a:prstGeom>
          <a:gradFill>
            <a:gsLst>
              <a:gs pos="0">
                <a:srgbClr val="00549A"/>
              </a:gs>
              <a:gs pos="100000">
                <a:schemeClr val="bg1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73AB1C6-B33F-1644-83B1-1157CE61B97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7528560" y="137993"/>
            <a:ext cx="1402964" cy="324653"/>
          </a:xfrm>
          <a:prstGeom prst="rect">
            <a:avLst/>
          </a:prstGeom>
        </p:spPr>
      </p:pic>
      <p:grpSp>
        <p:nvGrpSpPr>
          <p:cNvPr id="5" name="Группа 4">
            <a:extLst>
              <a:ext uri="{FF2B5EF4-FFF2-40B4-BE49-F238E27FC236}">
                <a16:creationId xmlns:a16="http://schemas.microsoft.com/office/drawing/2014/main" id="{50F4C987-9D45-C0CA-ECA2-722F79D534C6}"/>
              </a:ext>
            </a:extLst>
          </p:cNvPr>
          <p:cNvGrpSpPr/>
          <p:nvPr userDrawn="1"/>
        </p:nvGrpSpPr>
        <p:grpSpPr>
          <a:xfrm>
            <a:off x="254791" y="670273"/>
            <a:ext cx="8615773" cy="3797268"/>
            <a:chOff x="731520" y="670560"/>
            <a:chExt cx="8075850" cy="3559305"/>
          </a:xfrm>
          <a:solidFill>
            <a:schemeClr val="bg1">
              <a:alpha val="30000"/>
            </a:schemeClr>
          </a:solidFill>
        </p:grpSpPr>
        <p:grpSp>
          <p:nvGrpSpPr>
            <p:cNvPr id="6" name="Группа 5">
              <a:extLst>
                <a:ext uri="{FF2B5EF4-FFF2-40B4-BE49-F238E27FC236}">
                  <a16:creationId xmlns:a16="http://schemas.microsoft.com/office/drawing/2014/main" id="{A9067625-C588-9770-7710-A85680D86A79}"/>
                </a:ext>
              </a:extLst>
            </p:cNvPr>
            <p:cNvGrpSpPr/>
            <p:nvPr userDrawn="1"/>
          </p:nvGrpSpPr>
          <p:grpSpPr>
            <a:xfrm>
              <a:off x="731520" y="670560"/>
              <a:ext cx="8075850" cy="50800"/>
              <a:chOff x="731520" y="670560"/>
              <a:chExt cx="8075850" cy="50800"/>
            </a:xfrm>
            <a:grpFill/>
          </p:grpSpPr>
          <p:sp>
            <p:nvSpPr>
              <p:cNvPr id="72" name="Овал 71">
                <a:extLst>
                  <a:ext uri="{FF2B5EF4-FFF2-40B4-BE49-F238E27FC236}">
                    <a16:creationId xmlns:a16="http://schemas.microsoft.com/office/drawing/2014/main" id="{217D0424-7AAB-FB46-96E3-030563373FEA}"/>
                  </a:ext>
                </a:extLst>
              </p:cNvPr>
              <p:cNvSpPr/>
              <p:nvPr userDrawn="1"/>
            </p:nvSpPr>
            <p:spPr>
              <a:xfrm>
                <a:off x="73152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73" name="Овал 72">
                <a:extLst>
                  <a:ext uri="{FF2B5EF4-FFF2-40B4-BE49-F238E27FC236}">
                    <a16:creationId xmlns:a16="http://schemas.microsoft.com/office/drawing/2014/main" id="{8F957C45-0D21-0DFD-9587-90676D09D100}"/>
                  </a:ext>
                </a:extLst>
              </p:cNvPr>
              <p:cNvSpPr/>
              <p:nvPr userDrawn="1"/>
            </p:nvSpPr>
            <p:spPr>
              <a:xfrm>
                <a:off x="145717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74" name="Овал 73">
                <a:extLst>
                  <a:ext uri="{FF2B5EF4-FFF2-40B4-BE49-F238E27FC236}">
                    <a16:creationId xmlns:a16="http://schemas.microsoft.com/office/drawing/2014/main" id="{81E1AC52-BD8A-9AAF-A51F-D32A92F4D68A}"/>
                  </a:ext>
                </a:extLst>
              </p:cNvPr>
              <p:cNvSpPr/>
              <p:nvPr userDrawn="1"/>
            </p:nvSpPr>
            <p:spPr>
              <a:xfrm>
                <a:off x="218711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75" name="Овал 74">
                <a:extLst>
                  <a:ext uri="{FF2B5EF4-FFF2-40B4-BE49-F238E27FC236}">
                    <a16:creationId xmlns:a16="http://schemas.microsoft.com/office/drawing/2014/main" id="{CDF4FF4C-4BE4-86A4-48E5-4C8BB82C770D}"/>
                  </a:ext>
                </a:extLst>
              </p:cNvPr>
              <p:cNvSpPr/>
              <p:nvPr userDrawn="1"/>
            </p:nvSpPr>
            <p:spPr>
              <a:xfrm>
                <a:off x="291705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76" name="Овал 75">
                <a:extLst>
                  <a:ext uri="{FF2B5EF4-FFF2-40B4-BE49-F238E27FC236}">
                    <a16:creationId xmlns:a16="http://schemas.microsoft.com/office/drawing/2014/main" id="{B8610CF2-17C5-F9D1-B804-76C5F5B6C4E0}"/>
                  </a:ext>
                </a:extLst>
              </p:cNvPr>
              <p:cNvSpPr/>
              <p:nvPr userDrawn="1"/>
            </p:nvSpPr>
            <p:spPr>
              <a:xfrm>
                <a:off x="364699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77" name="Овал 76">
                <a:extLst>
                  <a:ext uri="{FF2B5EF4-FFF2-40B4-BE49-F238E27FC236}">
                    <a16:creationId xmlns:a16="http://schemas.microsoft.com/office/drawing/2014/main" id="{04342589-3A9B-DF74-E58B-34279489F472}"/>
                  </a:ext>
                </a:extLst>
              </p:cNvPr>
              <p:cNvSpPr/>
              <p:nvPr userDrawn="1"/>
            </p:nvSpPr>
            <p:spPr>
              <a:xfrm>
                <a:off x="437693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78" name="Овал 77">
                <a:extLst>
                  <a:ext uri="{FF2B5EF4-FFF2-40B4-BE49-F238E27FC236}">
                    <a16:creationId xmlns:a16="http://schemas.microsoft.com/office/drawing/2014/main" id="{3B1FC095-B96F-425C-48B4-848BE36C78B1}"/>
                  </a:ext>
                </a:extLst>
              </p:cNvPr>
              <p:cNvSpPr/>
              <p:nvPr userDrawn="1"/>
            </p:nvSpPr>
            <p:spPr>
              <a:xfrm>
                <a:off x="510687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79" name="Овал 78">
                <a:extLst>
                  <a:ext uri="{FF2B5EF4-FFF2-40B4-BE49-F238E27FC236}">
                    <a16:creationId xmlns:a16="http://schemas.microsoft.com/office/drawing/2014/main" id="{2C99916B-F908-DB0F-2FD5-F8388DBF7232}"/>
                  </a:ext>
                </a:extLst>
              </p:cNvPr>
              <p:cNvSpPr/>
              <p:nvPr userDrawn="1"/>
            </p:nvSpPr>
            <p:spPr>
              <a:xfrm>
                <a:off x="583681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80" name="Овал 79">
                <a:extLst>
                  <a:ext uri="{FF2B5EF4-FFF2-40B4-BE49-F238E27FC236}">
                    <a16:creationId xmlns:a16="http://schemas.microsoft.com/office/drawing/2014/main" id="{1CF35604-149E-90B4-471D-5AEB1DC383BB}"/>
                  </a:ext>
                </a:extLst>
              </p:cNvPr>
              <p:cNvSpPr/>
              <p:nvPr userDrawn="1"/>
            </p:nvSpPr>
            <p:spPr>
              <a:xfrm>
                <a:off x="656675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81" name="Овал 80">
                <a:extLst>
                  <a:ext uri="{FF2B5EF4-FFF2-40B4-BE49-F238E27FC236}">
                    <a16:creationId xmlns:a16="http://schemas.microsoft.com/office/drawing/2014/main" id="{C0AA3B0E-D866-A71E-9988-50E928597822}"/>
                  </a:ext>
                </a:extLst>
              </p:cNvPr>
              <p:cNvSpPr/>
              <p:nvPr userDrawn="1"/>
            </p:nvSpPr>
            <p:spPr>
              <a:xfrm>
                <a:off x="729669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82" name="Овал 81">
                <a:extLst>
                  <a:ext uri="{FF2B5EF4-FFF2-40B4-BE49-F238E27FC236}">
                    <a16:creationId xmlns:a16="http://schemas.microsoft.com/office/drawing/2014/main" id="{3FBABFE8-A5F9-984E-8461-4C15DC12B74D}"/>
                  </a:ext>
                </a:extLst>
              </p:cNvPr>
              <p:cNvSpPr/>
              <p:nvPr userDrawn="1"/>
            </p:nvSpPr>
            <p:spPr>
              <a:xfrm>
                <a:off x="802663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83" name="Овал 82">
                <a:extLst>
                  <a:ext uri="{FF2B5EF4-FFF2-40B4-BE49-F238E27FC236}">
                    <a16:creationId xmlns:a16="http://schemas.microsoft.com/office/drawing/2014/main" id="{C31A80E8-78CC-5A03-DE39-59AC9757CF1F}"/>
                  </a:ext>
                </a:extLst>
              </p:cNvPr>
              <p:cNvSpPr/>
              <p:nvPr userDrawn="1"/>
            </p:nvSpPr>
            <p:spPr>
              <a:xfrm>
                <a:off x="875657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  <p:grpSp>
          <p:nvGrpSpPr>
            <p:cNvPr id="7" name="Группа 6">
              <a:extLst>
                <a:ext uri="{FF2B5EF4-FFF2-40B4-BE49-F238E27FC236}">
                  <a16:creationId xmlns:a16="http://schemas.microsoft.com/office/drawing/2014/main" id="{F9566723-C550-0C34-73C1-D965A4E96442}"/>
                </a:ext>
              </a:extLst>
            </p:cNvPr>
            <p:cNvGrpSpPr/>
            <p:nvPr userDrawn="1"/>
          </p:nvGrpSpPr>
          <p:grpSpPr>
            <a:xfrm>
              <a:off x="731520" y="1354300"/>
              <a:ext cx="8075850" cy="50800"/>
              <a:chOff x="731520" y="670560"/>
              <a:chExt cx="8075850" cy="50800"/>
            </a:xfrm>
            <a:grpFill/>
          </p:grpSpPr>
          <p:sp>
            <p:nvSpPr>
              <p:cNvPr id="60" name="Овал 59">
                <a:extLst>
                  <a:ext uri="{FF2B5EF4-FFF2-40B4-BE49-F238E27FC236}">
                    <a16:creationId xmlns:a16="http://schemas.microsoft.com/office/drawing/2014/main" id="{4DF15092-85D4-14E3-5FE3-BA449E9F8B83}"/>
                  </a:ext>
                </a:extLst>
              </p:cNvPr>
              <p:cNvSpPr/>
              <p:nvPr userDrawn="1"/>
            </p:nvSpPr>
            <p:spPr>
              <a:xfrm>
                <a:off x="73152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61" name="Овал 60">
                <a:extLst>
                  <a:ext uri="{FF2B5EF4-FFF2-40B4-BE49-F238E27FC236}">
                    <a16:creationId xmlns:a16="http://schemas.microsoft.com/office/drawing/2014/main" id="{7EDE0F84-EB2D-5AD5-97CC-F43D8B4E6455}"/>
                  </a:ext>
                </a:extLst>
              </p:cNvPr>
              <p:cNvSpPr/>
              <p:nvPr userDrawn="1"/>
            </p:nvSpPr>
            <p:spPr>
              <a:xfrm>
                <a:off x="145717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62" name="Овал 61">
                <a:extLst>
                  <a:ext uri="{FF2B5EF4-FFF2-40B4-BE49-F238E27FC236}">
                    <a16:creationId xmlns:a16="http://schemas.microsoft.com/office/drawing/2014/main" id="{31D01FCF-121D-023D-DA22-706D784B1CB9}"/>
                  </a:ext>
                </a:extLst>
              </p:cNvPr>
              <p:cNvSpPr/>
              <p:nvPr userDrawn="1"/>
            </p:nvSpPr>
            <p:spPr>
              <a:xfrm>
                <a:off x="218711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63" name="Овал 62">
                <a:extLst>
                  <a:ext uri="{FF2B5EF4-FFF2-40B4-BE49-F238E27FC236}">
                    <a16:creationId xmlns:a16="http://schemas.microsoft.com/office/drawing/2014/main" id="{A4C56064-F0BE-9591-6DF6-546EEA6E96D5}"/>
                  </a:ext>
                </a:extLst>
              </p:cNvPr>
              <p:cNvSpPr/>
              <p:nvPr userDrawn="1"/>
            </p:nvSpPr>
            <p:spPr>
              <a:xfrm>
                <a:off x="291705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64" name="Овал 63">
                <a:extLst>
                  <a:ext uri="{FF2B5EF4-FFF2-40B4-BE49-F238E27FC236}">
                    <a16:creationId xmlns:a16="http://schemas.microsoft.com/office/drawing/2014/main" id="{329D3665-1FD3-17D4-948C-ABBD33754C7F}"/>
                  </a:ext>
                </a:extLst>
              </p:cNvPr>
              <p:cNvSpPr/>
              <p:nvPr userDrawn="1"/>
            </p:nvSpPr>
            <p:spPr>
              <a:xfrm>
                <a:off x="364699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65" name="Овал 64">
                <a:extLst>
                  <a:ext uri="{FF2B5EF4-FFF2-40B4-BE49-F238E27FC236}">
                    <a16:creationId xmlns:a16="http://schemas.microsoft.com/office/drawing/2014/main" id="{66838AED-A4A3-C336-C073-8CC6A135961D}"/>
                  </a:ext>
                </a:extLst>
              </p:cNvPr>
              <p:cNvSpPr/>
              <p:nvPr userDrawn="1"/>
            </p:nvSpPr>
            <p:spPr>
              <a:xfrm>
                <a:off x="437693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66" name="Овал 65">
                <a:extLst>
                  <a:ext uri="{FF2B5EF4-FFF2-40B4-BE49-F238E27FC236}">
                    <a16:creationId xmlns:a16="http://schemas.microsoft.com/office/drawing/2014/main" id="{5908662A-2113-5A4E-8D80-78CD498FAB98}"/>
                  </a:ext>
                </a:extLst>
              </p:cNvPr>
              <p:cNvSpPr/>
              <p:nvPr userDrawn="1"/>
            </p:nvSpPr>
            <p:spPr>
              <a:xfrm>
                <a:off x="510687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67" name="Овал 66">
                <a:extLst>
                  <a:ext uri="{FF2B5EF4-FFF2-40B4-BE49-F238E27FC236}">
                    <a16:creationId xmlns:a16="http://schemas.microsoft.com/office/drawing/2014/main" id="{C2A02350-9082-39BE-7F89-A057B52E8A62}"/>
                  </a:ext>
                </a:extLst>
              </p:cNvPr>
              <p:cNvSpPr/>
              <p:nvPr userDrawn="1"/>
            </p:nvSpPr>
            <p:spPr>
              <a:xfrm>
                <a:off x="583681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68" name="Овал 67">
                <a:extLst>
                  <a:ext uri="{FF2B5EF4-FFF2-40B4-BE49-F238E27FC236}">
                    <a16:creationId xmlns:a16="http://schemas.microsoft.com/office/drawing/2014/main" id="{AB8FF502-854E-0EB7-D921-1BBFA6E36AAA}"/>
                  </a:ext>
                </a:extLst>
              </p:cNvPr>
              <p:cNvSpPr/>
              <p:nvPr userDrawn="1"/>
            </p:nvSpPr>
            <p:spPr>
              <a:xfrm>
                <a:off x="656675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69" name="Овал 68">
                <a:extLst>
                  <a:ext uri="{FF2B5EF4-FFF2-40B4-BE49-F238E27FC236}">
                    <a16:creationId xmlns:a16="http://schemas.microsoft.com/office/drawing/2014/main" id="{A5DDE894-0F9D-3920-BC10-FF885344A304}"/>
                  </a:ext>
                </a:extLst>
              </p:cNvPr>
              <p:cNvSpPr/>
              <p:nvPr userDrawn="1"/>
            </p:nvSpPr>
            <p:spPr>
              <a:xfrm>
                <a:off x="729669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70" name="Овал 69">
                <a:extLst>
                  <a:ext uri="{FF2B5EF4-FFF2-40B4-BE49-F238E27FC236}">
                    <a16:creationId xmlns:a16="http://schemas.microsoft.com/office/drawing/2014/main" id="{79154672-B073-28C2-5203-739E4EF4802C}"/>
                  </a:ext>
                </a:extLst>
              </p:cNvPr>
              <p:cNvSpPr/>
              <p:nvPr userDrawn="1"/>
            </p:nvSpPr>
            <p:spPr>
              <a:xfrm>
                <a:off x="802663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71" name="Овал 70">
                <a:extLst>
                  <a:ext uri="{FF2B5EF4-FFF2-40B4-BE49-F238E27FC236}">
                    <a16:creationId xmlns:a16="http://schemas.microsoft.com/office/drawing/2014/main" id="{5294A291-07EC-AD49-665C-F5F781DCF6D2}"/>
                  </a:ext>
                </a:extLst>
              </p:cNvPr>
              <p:cNvSpPr/>
              <p:nvPr userDrawn="1"/>
            </p:nvSpPr>
            <p:spPr>
              <a:xfrm>
                <a:off x="875657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  <p:grpSp>
          <p:nvGrpSpPr>
            <p:cNvPr id="8" name="Группа 7">
              <a:extLst>
                <a:ext uri="{FF2B5EF4-FFF2-40B4-BE49-F238E27FC236}">
                  <a16:creationId xmlns:a16="http://schemas.microsoft.com/office/drawing/2014/main" id="{2D8A2859-981B-AF49-D452-D0324484006F}"/>
                </a:ext>
              </a:extLst>
            </p:cNvPr>
            <p:cNvGrpSpPr/>
            <p:nvPr userDrawn="1"/>
          </p:nvGrpSpPr>
          <p:grpSpPr>
            <a:xfrm>
              <a:off x="731520" y="2062754"/>
              <a:ext cx="8075850" cy="50800"/>
              <a:chOff x="731520" y="670560"/>
              <a:chExt cx="8075850" cy="50800"/>
            </a:xfrm>
            <a:grpFill/>
          </p:grpSpPr>
          <p:sp>
            <p:nvSpPr>
              <p:cNvPr id="48" name="Овал 47">
                <a:extLst>
                  <a:ext uri="{FF2B5EF4-FFF2-40B4-BE49-F238E27FC236}">
                    <a16:creationId xmlns:a16="http://schemas.microsoft.com/office/drawing/2014/main" id="{C0E884FD-6BAD-19C5-96F2-4B5B72FF011C}"/>
                  </a:ext>
                </a:extLst>
              </p:cNvPr>
              <p:cNvSpPr/>
              <p:nvPr userDrawn="1"/>
            </p:nvSpPr>
            <p:spPr>
              <a:xfrm>
                <a:off x="73152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49" name="Овал 48">
                <a:extLst>
                  <a:ext uri="{FF2B5EF4-FFF2-40B4-BE49-F238E27FC236}">
                    <a16:creationId xmlns:a16="http://schemas.microsoft.com/office/drawing/2014/main" id="{A3BD95B8-1B84-13E2-A331-2187D33B4D30}"/>
                  </a:ext>
                </a:extLst>
              </p:cNvPr>
              <p:cNvSpPr/>
              <p:nvPr userDrawn="1"/>
            </p:nvSpPr>
            <p:spPr>
              <a:xfrm>
                <a:off x="145717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50" name="Овал 49">
                <a:extLst>
                  <a:ext uri="{FF2B5EF4-FFF2-40B4-BE49-F238E27FC236}">
                    <a16:creationId xmlns:a16="http://schemas.microsoft.com/office/drawing/2014/main" id="{C8E1A9E7-3B71-2BD8-085E-81AC6E2C2480}"/>
                  </a:ext>
                </a:extLst>
              </p:cNvPr>
              <p:cNvSpPr/>
              <p:nvPr userDrawn="1"/>
            </p:nvSpPr>
            <p:spPr>
              <a:xfrm>
                <a:off x="218711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51" name="Овал 50">
                <a:extLst>
                  <a:ext uri="{FF2B5EF4-FFF2-40B4-BE49-F238E27FC236}">
                    <a16:creationId xmlns:a16="http://schemas.microsoft.com/office/drawing/2014/main" id="{FDE5F8A0-835B-5DE1-190B-B316845C03D2}"/>
                  </a:ext>
                </a:extLst>
              </p:cNvPr>
              <p:cNvSpPr/>
              <p:nvPr userDrawn="1"/>
            </p:nvSpPr>
            <p:spPr>
              <a:xfrm>
                <a:off x="291705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52" name="Овал 51">
                <a:extLst>
                  <a:ext uri="{FF2B5EF4-FFF2-40B4-BE49-F238E27FC236}">
                    <a16:creationId xmlns:a16="http://schemas.microsoft.com/office/drawing/2014/main" id="{DFFF9F5C-B4EA-0648-7FE8-80FB8933DBC9}"/>
                  </a:ext>
                </a:extLst>
              </p:cNvPr>
              <p:cNvSpPr/>
              <p:nvPr userDrawn="1"/>
            </p:nvSpPr>
            <p:spPr>
              <a:xfrm>
                <a:off x="364699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53" name="Овал 52">
                <a:extLst>
                  <a:ext uri="{FF2B5EF4-FFF2-40B4-BE49-F238E27FC236}">
                    <a16:creationId xmlns:a16="http://schemas.microsoft.com/office/drawing/2014/main" id="{3736A675-E09A-0B34-5FBB-601019913836}"/>
                  </a:ext>
                </a:extLst>
              </p:cNvPr>
              <p:cNvSpPr/>
              <p:nvPr userDrawn="1"/>
            </p:nvSpPr>
            <p:spPr>
              <a:xfrm>
                <a:off x="437693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54" name="Овал 53">
                <a:extLst>
                  <a:ext uri="{FF2B5EF4-FFF2-40B4-BE49-F238E27FC236}">
                    <a16:creationId xmlns:a16="http://schemas.microsoft.com/office/drawing/2014/main" id="{F0205FD3-01E0-BC33-6EBE-617F916C8724}"/>
                  </a:ext>
                </a:extLst>
              </p:cNvPr>
              <p:cNvSpPr/>
              <p:nvPr userDrawn="1"/>
            </p:nvSpPr>
            <p:spPr>
              <a:xfrm>
                <a:off x="510687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55" name="Овал 54">
                <a:extLst>
                  <a:ext uri="{FF2B5EF4-FFF2-40B4-BE49-F238E27FC236}">
                    <a16:creationId xmlns:a16="http://schemas.microsoft.com/office/drawing/2014/main" id="{95C22443-1548-3FEA-CB8F-F4F949EB141F}"/>
                  </a:ext>
                </a:extLst>
              </p:cNvPr>
              <p:cNvSpPr/>
              <p:nvPr userDrawn="1"/>
            </p:nvSpPr>
            <p:spPr>
              <a:xfrm>
                <a:off x="583681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56" name="Овал 55">
                <a:extLst>
                  <a:ext uri="{FF2B5EF4-FFF2-40B4-BE49-F238E27FC236}">
                    <a16:creationId xmlns:a16="http://schemas.microsoft.com/office/drawing/2014/main" id="{A49CD9A8-0B6A-4ABC-7DB5-77B7A32FA112}"/>
                  </a:ext>
                </a:extLst>
              </p:cNvPr>
              <p:cNvSpPr/>
              <p:nvPr userDrawn="1"/>
            </p:nvSpPr>
            <p:spPr>
              <a:xfrm>
                <a:off x="656675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57" name="Овал 56">
                <a:extLst>
                  <a:ext uri="{FF2B5EF4-FFF2-40B4-BE49-F238E27FC236}">
                    <a16:creationId xmlns:a16="http://schemas.microsoft.com/office/drawing/2014/main" id="{9EF3F474-A60A-8D86-660E-4D43A7A7CE52}"/>
                  </a:ext>
                </a:extLst>
              </p:cNvPr>
              <p:cNvSpPr/>
              <p:nvPr userDrawn="1"/>
            </p:nvSpPr>
            <p:spPr>
              <a:xfrm>
                <a:off x="729669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58" name="Овал 57">
                <a:extLst>
                  <a:ext uri="{FF2B5EF4-FFF2-40B4-BE49-F238E27FC236}">
                    <a16:creationId xmlns:a16="http://schemas.microsoft.com/office/drawing/2014/main" id="{47D03B42-9908-852C-7CC8-3A5950242018}"/>
                  </a:ext>
                </a:extLst>
              </p:cNvPr>
              <p:cNvSpPr/>
              <p:nvPr userDrawn="1"/>
            </p:nvSpPr>
            <p:spPr>
              <a:xfrm>
                <a:off x="802663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59" name="Овал 58">
                <a:extLst>
                  <a:ext uri="{FF2B5EF4-FFF2-40B4-BE49-F238E27FC236}">
                    <a16:creationId xmlns:a16="http://schemas.microsoft.com/office/drawing/2014/main" id="{31A580B4-28D7-2B25-4A5A-1A30D4048DF8}"/>
                  </a:ext>
                </a:extLst>
              </p:cNvPr>
              <p:cNvSpPr/>
              <p:nvPr userDrawn="1"/>
            </p:nvSpPr>
            <p:spPr>
              <a:xfrm>
                <a:off x="875657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  <p:grpSp>
          <p:nvGrpSpPr>
            <p:cNvPr id="9" name="Группа 8">
              <a:extLst>
                <a:ext uri="{FF2B5EF4-FFF2-40B4-BE49-F238E27FC236}">
                  <a16:creationId xmlns:a16="http://schemas.microsoft.com/office/drawing/2014/main" id="{9D2D00B2-FC09-9994-3707-3D040DCB968D}"/>
                </a:ext>
              </a:extLst>
            </p:cNvPr>
            <p:cNvGrpSpPr/>
            <p:nvPr userDrawn="1"/>
          </p:nvGrpSpPr>
          <p:grpSpPr>
            <a:xfrm>
              <a:off x="731520" y="2777673"/>
              <a:ext cx="8075850" cy="50800"/>
              <a:chOff x="731520" y="670560"/>
              <a:chExt cx="8075850" cy="50800"/>
            </a:xfrm>
            <a:grpFill/>
          </p:grpSpPr>
          <p:sp>
            <p:nvSpPr>
              <p:cNvPr id="36" name="Овал 35">
                <a:extLst>
                  <a:ext uri="{FF2B5EF4-FFF2-40B4-BE49-F238E27FC236}">
                    <a16:creationId xmlns:a16="http://schemas.microsoft.com/office/drawing/2014/main" id="{2BFE8076-E6A6-6FAD-84A6-6B464432E157}"/>
                  </a:ext>
                </a:extLst>
              </p:cNvPr>
              <p:cNvSpPr/>
              <p:nvPr userDrawn="1"/>
            </p:nvSpPr>
            <p:spPr>
              <a:xfrm>
                <a:off x="73152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37" name="Овал 36">
                <a:extLst>
                  <a:ext uri="{FF2B5EF4-FFF2-40B4-BE49-F238E27FC236}">
                    <a16:creationId xmlns:a16="http://schemas.microsoft.com/office/drawing/2014/main" id="{A64EAAF7-BCF9-CF46-A360-53E978251074}"/>
                  </a:ext>
                </a:extLst>
              </p:cNvPr>
              <p:cNvSpPr/>
              <p:nvPr userDrawn="1"/>
            </p:nvSpPr>
            <p:spPr>
              <a:xfrm>
                <a:off x="145717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38" name="Овал 37">
                <a:extLst>
                  <a:ext uri="{FF2B5EF4-FFF2-40B4-BE49-F238E27FC236}">
                    <a16:creationId xmlns:a16="http://schemas.microsoft.com/office/drawing/2014/main" id="{4EAFFF68-8995-621A-3A83-75F22A2F9528}"/>
                  </a:ext>
                </a:extLst>
              </p:cNvPr>
              <p:cNvSpPr/>
              <p:nvPr userDrawn="1"/>
            </p:nvSpPr>
            <p:spPr>
              <a:xfrm>
                <a:off x="218711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39" name="Овал 38">
                <a:extLst>
                  <a:ext uri="{FF2B5EF4-FFF2-40B4-BE49-F238E27FC236}">
                    <a16:creationId xmlns:a16="http://schemas.microsoft.com/office/drawing/2014/main" id="{7B1F5B8B-F53F-DA15-2B88-D503DD52A48F}"/>
                  </a:ext>
                </a:extLst>
              </p:cNvPr>
              <p:cNvSpPr/>
              <p:nvPr userDrawn="1"/>
            </p:nvSpPr>
            <p:spPr>
              <a:xfrm>
                <a:off x="291705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40" name="Овал 39">
                <a:extLst>
                  <a:ext uri="{FF2B5EF4-FFF2-40B4-BE49-F238E27FC236}">
                    <a16:creationId xmlns:a16="http://schemas.microsoft.com/office/drawing/2014/main" id="{CE9E6F78-B882-28DB-BFC3-72C573507BB1}"/>
                  </a:ext>
                </a:extLst>
              </p:cNvPr>
              <p:cNvSpPr/>
              <p:nvPr userDrawn="1"/>
            </p:nvSpPr>
            <p:spPr>
              <a:xfrm>
                <a:off x="364699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41" name="Овал 40">
                <a:extLst>
                  <a:ext uri="{FF2B5EF4-FFF2-40B4-BE49-F238E27FC236}">
                    <a16:creationId xmlns:a16="http://schemas.microsoft.com/office/drawing/2014/main" id="{54B5CC78-C2D6-2B96-4007-6A7725922925}"/>
                  </a:ext>
                </a:extLst>
              </p:cNvPr>
              <p:cNvSpPr/>
              <p:nvPr userDrawn="1"/>
            </p:nvSpPr>
            <p:spPr>
              <a:xfrm>
                <a:off x="437693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42" name="Овал 41">
                <a:extLst>
                  <a:ext uri="{FF2B5EF4-FFF2-40B4-BE49-F238E27FC236}">
                    <a16:creationId xmlns:a16="http://schemas.microsoft.com/office/drawing/2014/main" id="{259CC6A0-DD73-BA98-D44F-8083FF269747}"/>
                  </a:ext>
                </a:extLst>
              </p:cNvPr>
              <p:cNvSpPr/>
              <p:nvPr userDrawn="1"/>
            </p:nvSpPr>
            <p:spPr>
              <a:xfrm>
                <a:off x="510687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43" name="Овал 42">
                <a:extLst>
                  <a:ext uri="{FF2B5EF4-FFF2-40B4-BE49-F238E27FC236}">
                    <a16:creationId xmlns:a16="http://schemas.microsoft.com/office/drawing/2014/main" id="{FF752B8E-9387-D1BB-5985-56632A7525EE}"/>
                  </a:ext>
                </a:extLst>
              </p:cNvPr>
              <p:cNvSpPr/>
              <p:nvPr userDrawn="1"/>
            </p:nvSpPr>
            <p:spPr>
              <a:xfrm>
                <a:off x="583681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44" name="Овал 43">
                <a:extLst>
                  <a:ext uri="{FF2B5EF4-FFF2-40B4-BE49-F238E27FC236}">
                    <a16:creationId xmlns:a16="http://schemas.microsoft.com/office/drawing/2014/main" id="{B8580458-43AD-1421-884E-23AAEEA5F78D}"/>
                  </a:ext>
                </a:extLst>
              </p:cNvPr>
              <p:cNvSpPr/>
              <p:nvPr userDrawn="1"/>
            </p:nvSpPr>
            <p:spPr>
              <a:xfrm>
                <a:off x="656675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45" name="Овал 44">
                <a:extLst>
                  <a:ext uri="{FF2B5EF4-FFF2-40B4-BE49-F238E27FC236}">
                    <a16:creationId xmlns:a16="http://schemas.microsoft.com/office/drawing/2014/main" id="{6DE063F9-7121-E7B0-A2FC-3B67248E1241}"/>
                  </a:ext>
                </a:extLst>
              </p:cNvPr>
              <p:cNvSpPr/>
              <p:nvPr userDrawn="1"/>
            </p:nvSpPr>
            <p:spPr>
              <a:xfrm>
                <a:off x="729669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46" name="Овал 45">
                <a:extLst>
                  <a:ext uri="{FF2B5EF4-FFF2-40B4-BE49-F238E27FC236}">
                    <a16:creationId xmlns:a16="http://schemas.microsoft.com/office/drawing/2014/main" id="{B8EA0218-2EC7-02ED-6C9C-3B9462CDF2E1}"/>
                  </a:ext>
                </a:extLst>
              </p:cNvPr>
              <p:cNvSpPr/>
              <p:nvPr userDrawn="1"/>
            </p:nvSpPr>
            <p:spPr>
              <a:xfrm>
                <a:off x="802663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47" name="Овал 46">
                <a:extLst>
                  <a:ext uri="{FF2B5EF4-FFF2-40B4-BE49-F238E27FC236}">
                    <a16:creationId xmlns:a16="http://schemas.microsoft.com/office/drawing/2014/main" id="{8C976065-5D50-AD7D-DBD1-1F7830D8DB4A}"/>
                  </a:ext>
                </a:extLst>
              </p:cNvPr>
              <p:cNvSpPr/>
              <p:nvPr userDrawn="1"/>
            </p:nvSpPr>
            <p:spPr>
              <a:xfrm>
                <a:off x="875657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  <p:grpSp>
          <p:nvGrpSpPr>
            <p:cNvPr id="10" name="Группа 9">
              <a:extLst>
                <a:ext uri="{FF2B5EF4-FFF2-40B4-BE49-F238E27FC236}">
                  <a16:creationId xmlns:a16="http://schemas.microsoft.com/office/drawing/2014/main" id="{5F36F857-848D-5C1E-49D3-25CA629BBB65}"/>
                </a:ext>
              </a:extLst>
            </p:cNvPr>
            <p:cNvGrpSpPr/>
            <p:nvPr userDrawn="1"/>
          </p:nvGrpSpPr>
          <p:grpSpPr>
            <a:xfrm>
              <a:off x="731520" y="3475802"/>
              <a:ext cx="8075850" cy="50800"/>
              <a:chOff x="731520" y="670560"/>
              <a:chExt cx="8075850" cy="50800"/>
            </a:xfrm>
            <a:grpFill/>
          </p:grpSpPr>
          <p:sp>
            <p:nvSpPr>
              <p:cNvPr id="24" name="Овал 23">
                <a:extLst>
                  <a:ext uri="{FF2B5EF4-FFF2-40B4-BE49-F238E27FC236}">
                    <a16:creationId xmlns:a16="http://schemas.microsoft.com/office/drawing/2014/main" id="{93CC5343-E38A-0DAE-E984-CC873960E22B}"/>
                  </a:ext>
                </a:extLst>
              </p:cNvPr>
              <p:cNvSpPr/>
              <p:nvPr userDrawn="1"/>
            </p:nvSpPr>
            <p:spPr>
              <a:xfrm>
                <a:off x="73152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5" name="Овал 24">
                <a:extLst>
                  <a:ext uri="{FF2B5EF4-FFF2-40B4-BE49-F238E27FC236}">
                    <a16:creationId xmlns:a16="http://schemas.microsoft.com/office/drawing/2014/main" id="{62FC995F-E38D-5901-51F6-48C5BB2282BC}"/>
                  </a:ext>
                </a:extLst>
              </p:cNvPr>
              <p:cNvSpPr/>
              <p:nvPr userDrawn="1"/>
            </p:nvSpPr>
            <p:spPr>
              <a:xfrm>
                <a:off x="145717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6" name="Овал 25">
                <a:extLst>
                  <a:ext uri="{FF2B5EF4-FFF2-40B4-BE49-F238E27FC236}">
                    <a16:creationId xmlns:a16="http://schemas.microsoft.com/office/drawing/2014/main" id="{B898664B-257C-B282-1B65-CC122256E5EC}"/>
                  </a:ext>
                </a:extLst>
              </p:cNvPr>
              <p:cNvSpPr/>
              <p:nvPr userDrawn="1"/>
            </p:nvSpPr>
            <p:spPr>
              <a:xfrm>
                <a:off x="218711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7" name="Овал 26">
                <a:extLst>
                  <a:ext uri="{FF2B5EF4-FFF2-40B4-BE49-F238E27FC236}">
                    <a16:creationId xmlns:a16="http://schemas.microsoft.com/office/drawing/2014/main" id="{ABE793A3-87FB-48B4-934A-9EAB04889374}"/>
                  </a:ext>
                </a:extLst>
              </p:cNvPr>
              <p:cNvSpPr/>
              <p:nvPr userDrawn="1"/>
            </p:nvSpPr>
            <p:spPr>
              <a:xfrm>
                <a:off x="291705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8" name="Овал 27">
                <a:extLst>
                  <a:ext uri="{FF2B5EF4-FFF2-40B4-BE49-F238E27FC236}">
                    <a16:creationId xmlns:a16="http://schemas.microsoft.com/office/drawing/2014/main" id="{BC6C73F5-8C70-B522-818B-5D5C8BD17B9B}"/>
                  </a:ext>
                </a:extLst>
              </p:cNvPr>
              <p:cNvSpPr/>
              <p:nvPr userDrawn="1"/>
            </p:nvSpPr>
            <p:spPr>
              <a:xfrm>
                <a:off x="364699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9" name="Овал 28">
                <a:extLst>
                  <a:ext uri="{FF2B5EF4-FFF2-40B4-BE49-F238E27FC236}">
                    <a16:creationId xmlns:a16="http://schemas.microsoft.com/office/drawing/2014/main" id="{2D78ED1B-67DA-2798-46CB-AE72D77AA127}"/>
                  </a:ext>
                </a:extLst>
              </p:cNvPr>
              <p:cNvSpPr/>
              <p:nvPr userDrawn="1"/>
            </p:nvSpPr>
            <p:spPr>
              <a:xfrm>
                <a:off x="437693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30" name="Овал 29">
                <a:extLst>
                  <a:ext uri="{FF2B5EF4-FFF2-40B4-BE49-F238E27FC236}">
                    <a16:creationId xmlns:a16="http://schemas.microsoft.com/office/drawing/2014/main" id="{BDFA093F-5860-B6DE-C840-B4F8AF732C5F}"/>
                  </a:ext>
                </a:extLst>
              </p:cNvPr>
              <p:cNvSpPr/>
              <p:nvPr userDrawn="1"/>
            </p:nvSpPr>
            <p:spPr>
              <a:xfrm>
                <a:off x="510687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31" name="Овал 30">
                <a:extLst>
                  <a:ext uri="{FF2B5EF4-FFF2-40B4-BE49-F238E27FC236}">
                    <a16:creationId xmlns:a16="http://schemas.microsoft.com/office/drawing/2014/main" id="{7FD2D0ED-30AA-247D-04D7-13931569913C}"/>
                  </a:ext>
                </a:extLst>
              </p:cNvPr>
              <p:cNvSpPr/>
              <p:nvPr userDrawn="1"/>
            </p:nvSpPr>
            <p:spPr>
              <a:xfrm>
                <a:off x="583681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32" name="Овал 31">
                <a:extLst>
                  <a:ext uri="{FF2B5EF4-FFF2-40B4-BE49-F238E27FC236}">
                    <a16:creationId xmlns:a16="http://schemas.microsoft.com/office/drawing/2014/main" id="{B60A4676-6664-D224-5108-4A30A88DF549}"/>
                  </a:ext>
                </a:extLst>
              </p:cNvPr>
              <p:cNvSpPr/>
              <p:nvPr userDrawn="1"/>
            </p:nvSpPr>
            <p:spPr>
              <a:xfrm>
                <a:off x="656675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33" name="Овал 32">
                <a:extLst>
                  <a:ext uri="{FF2B5EF4-FFF2-40B4-BE49-F238E27FC236}">
                    <a16:creationId xmlns:a16="http://schemas.microsoft.com/office/drawing/2014/main" id="{64E0A259-FCF0-1A80-B8FF-164EE2D4684A}"/>
                  </a:ext>
                </a:extLst>
              </p:cNvPr>
              <p:cNvSpPr/>
              <p:nvPr userDrawn="1"/>
            </p:nvSpPr>
            <p:spPr>
              <a:xfrm>
                <a:off x="729669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34" name="Овал 33">
                <a:extLst>
                  <a:ext uri="{FF2B5EF4-FFF2-40B4-BE49-F238E27FC236}">
                    <a16:creationId xmlns:a16="http://schemas.microsoft.com/office/drawing/2014/main" id="{BF008609-79A2-100F-FF4A-9957F0909154}"/>
                  </a:ext>
                </a:extLst>
              </p:cNvPr>
              <p:cNvSpPr/>
              <p:nvPr userDrawn="1"/>
            </p:nvSpPr>
            <p:spPr>
              <a:xfrm>
                <a:off x="802663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35" name="Овал 34">
                <a:extLst>
                  <a:ext uri="{FF2B5EF4-FFF2-40B4-BE49-F238E27FC236}">
                    <a16:creationId xmlns:a16="http://schemas.microsoft.com/office/drawing/2014/main" id="{B5A0EF36-6E00-154D-A5DB-D21560DDD17D}"/>
                  </a:ext>
                </a:extLst>
              </p:cNvPr>
              <p:cNvSpPr/>
              <p:nvPr userDrawn="1"/>
            </p:nvSpPr>
            <p:spPr>
              <a:xfrm>
                <a:off x="875657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  <p:grpSp>
          <p:nvGrpSpPr>
            <p:cNvPr id="11" name="Группа 10">
              <a:extLst>
                <a:ext uri="{FF2B5EF4-FFF2-40B4-BE49-F238E27FC236}">
                  <a16:creationId xmlns:a16="http://schemas.microsoft.com/office/drawing/2014/main" id="{EDA47C70-36A2-A1E2-1DD5-165A63C04FF8}"/>
                </a:ext>
              </a:extLst>
            </p:cNvPr>
            <p:cNvGrpSpPr/>
            <p:nvPr userDrawn="1"/>
          </p:nvGrpSpPr>
          <p:grpSpPr>
            <a:xfrm>
              <a:off x="731520" y="4179065"/>
              <a:ext cx="8075850" cy="50800"/>
              <a:chOff x="731520" y="670560"/>
              <a:chExt cx="8075850" cy="50800"/>
            </a:xfrm>
            <a:grpFill/>
          </p:grpSpPr>
          <p:sp>
            <p:nvSpPr>
              <p:cNvPr id="12" name="Овал 11">
                <a:extLst>
                  <a:ext uri="{FF2B5EF4-FFF2-40B4-BE49-F238E27FC236}">
                    <a16:creationId xmlns:a16="http://schemas.microsoft.com/office/drawing/2014/main" id="{E840331B-983D-23AC-C808-DDD76C60EEF2}"/>
                  </a:ext>
                </a:extLst>
              </p:cNvPr>
              <p:cNvSpPr/>
              <p:nvPr userDrawn="1"/>
            </p:nvSpPr>
            <p:spPr>
              <a:xfrm>
                <a:off x="73152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3" name="Овал 12">
                <a:extLst>
                  <a:ext uri="{FF2B5EF4-FFF2-40B4-BE49-F238E27FC236}">
                    <a16:creationId xmlns:a16="http://schemas.microsoft.com/office/drawing/2014/main" id="{B668C530-619F-059D-9718-A2C315C8F211}"/>
                  </a:ext>
                </a:extLst>
              </p:cNvPr>
              <p:cNvSpPr/>
              <p:nvPr userDrawn="1"/>
            </p:nvSpPr>
            <p:spPr>
              <a:xfrm>
                <a:off x="145717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4" name="Овал 13">
                <a:extLst>
                  <a:ext uri="{FF2B5EF4-FFF2-40B4-BE49-F238E27FC236}">
                    <a16:creationId xmlns:a16="http://schemas.microsoft.com/office/drawing/2014/main" id="{DF49B7F7-88D6-8528-BB7E-1E757ABB09AF}"/>
                  </a:ext>
                </a:extLst>
              </p:cNvPr>
              <p:cNvSpPr/>
              <p:nvPr userDrawn="1"/>
            </p:nvSpPr>
            <p:spPr>
              <a:xfrm>
                <a:off x="218711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5" name="Овал 14">
                <a:extLst>
                  <a:ext uri="{FF2B5EF4-FFF2-40B4-BE49-F238E27FC236}">
                    <a16:creationId xmlns:a16="http://schemas.microsoft.com/office/drawing/2014/main" id="{45A1BDBE-52D3-2231-F851-82D49B5BCAE9}"/>
                  </a:ext>
                </a:extLst>
              </p:cNvPr>
              <p:cNvSpPr/>
              <p:nvPr userDrawn="1"/>
            </p:nvSpPr>
            <p:spPr>
              <a:xfrm>
                <a:off x="291705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6" name="Овал 15">
                <a:extLst>
                  <a:ext uri="{FF2B5EF4-FFF2-40B4-BE49-F238E27FC236}">
                    <a16:creationId xmlns:a16="http://schemas.microsoft.com/office/drawing/2014/main" id="{034E483A-23A7-7CBF-3FFC-9A35C6B2E64A}"/>
                  </a:ext>
                </a:extLst>
              </p:cNvPr>
              <p:cNvSpPr/>
              <p:nvPr userDrawn="1"/>
            </p:nvSpPr>
            <p:spPr>
              <a:xfrm>
                <a:off x="364699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7" name="Овал 16">
                <a:extLst>
                  <a:ext uri="{FF2B5EF4-FFF2-40B4-BE49-F238E27FC236}">
                    <a16:creationId xmlns:a16="http://schemas.microsoft.com/office/drawing/2014/main" id="{16FC6EF7-8CEE-4F64-F8E0-B20ACCED8731}"/>
                  </a:ext>
                </a:extLst>
              </p:cNvPr>
              <p:cNvSpPr/>
              <p:nvPr userDrawn="1"/>
            </p:nvSpPr>
            <p:spPr>
              <a:xfrm>
                <a:off x="437693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8" name="Овал 17">
                <a:extLst>
                  <a:ext uri="{FF2B5EF4-FFF2-40B4-BE49-F238E27FC236}">
                    <a16:creationId xmlns:a16="http://schemas.microsoft.com/office/drawing/2014/main" id="{FD9A8ED1-FEB3-AE7D-2D10-E5C5C3FC3F5F}"/>
                  </a:ext>
                </a:extLst>
              </p:cNvPr>
              <p:cNvSpPr/>
              <p:nvPr userDrawn="1"/>
            </p:nvSpPr>
            <p:spPr>
              <a:xfrm>
                <a:off x="510687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9" name="Овал 18">
                <a:extLst>
                  <a:ext uri="{FF2B5EF4-FFF2-40B4-BE49-F238E27FC236}">
                    <a16:creationId xmlns:a16="http://schemas.microsoft.com/office/drawing/2014/main" id="{6445B6CC-1A9E-45E2-1D46-7AE3C2F44C6D}"/>
                  </a:ext>
                </a:extLst>
              </p:cNvPr>
              <p:cNvSpPr/>
              <p:nvPr userDrawn="1"/>
            </p:nvSpPr>
            <p:spPr>
              <a:xfrm>
                <a:off x="583681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0" name="Овал 19">
                <a:extLst>
                  <a:ext uri="{FF2B5EF4-FFF2-40B4-BE49-F238E27FC236}">
                    <a16:creationId xmlns:a16="http://schemas.microsoft.com/office/drawing/2014/main" id="{6C972157-D593-D343-3A43-C53A12BBB2F9}"/>
                  </a:ext>
                </a:extLst>
              </p:cNvPr>
              <p:cNvSpPr/>
              <p:nvPr userDrawn="1"/>
            </p:nvSpPr>
            <p:spPr>
              <a:xfrm>
                <a:off x="656675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1" name="Овал 20">
                <a:extLst>
                  <a:ext uri="{FF2B5EF4-FFF2-40B4-BE49-F238E27FC236}">
                    <a16:creationId xmlns:a16="http://schemas.microsoft.com/office/drawing/2014/main" id="{9946F223-2665-353C-6066-98C31160210C}"/>
                  </a:ext>
                </a:extLst>
              </p:cNvPr>
              <p:cNvSpPr/>
              <p:nvPr userDrawn="1"/>
            </p:nvSpPr>
            <p:spPr>
              <a:xfrm>
                <a:off x="729669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2" name="Овал 21">
                <a:extLst>
                  <a:ext uri="{FF2B5EF4-FFF2-40B4-BE49-F238E27FC236}">
                    <a16:creationId xmlns:a16="http://schemas.microsoft.com/office/drawing/2014/main" id="{42442C05-5C18-9126-3896-9B414575197E}"/>
                  </a:ext>
                </a:extLst>
              </p:cNvPr>
              <p:cNvSpPr/>
              <p:nvPr userDrawn="1"/>
            </p:nvSpPr>
            <p:spPr>
              <a:xfrm>
                <a:off x="802663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3" name="Овал 22">
                <a:extLst>
                  <a:ext uri="{FF2B5EF4-FFF2-40B4-BE49-F238E27FC236}">
                    <a16:creationId xmlns:a16="http://schemas.microsoft.com/office/drawing/2014/main" id="{E23F72D4-E684-2762-FE0D-70EC1ACE323D}"/>
                  </a:ext>
                </a:extLst>
              </p:cNvPr>
              <p:cNvSpPr/>
              <p:nvPr userDrawn="1"/>
            </p:nvSpPr>
            <p:spPr>
              <a:xfrm>
                <a:off x="875657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</p:grpSp>
      <p:sp>
        <p:nvSpPr>
          <p:cNvPr id="84" name="Google Shape;156;p26">
            <a:extLst>
              <a:ext uri="{FF2B5EF4-FFF2-40B4-BE49-F238E27FC236}">
                <a16:creationId xmlns:a16="http://schemas.microsoft.com/office/drawing/2014/main" id="{0AD3E3DD-BD31-2917-0256-C3550C23ADDB}"/>
              </a:ext>
            </a:extLst>
          </p:cNvPr>
          <p:cNvSpPr txBox="1"/>
          <p:nvPr userDrawn="1"/>
        </p:nvSpPr>
        <p:spPr>
          <a:xfrm>
            <a:off x="8590966" y="4774705"/>
            <a:ext cx="450804" cy="2308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18065EE7-A717-46A1-A32B-C5B7AF537424}" type="slidenum">
              <a:rPr lang="ru" sz="1050" smtClean="0">
                <a:solidFill>
                  <a:srgbClr val="00549A"/>
                </a:solidFill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sz="1400" dirty="0">
              <a:solidFill>
                <a:srgbClr val="00549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026593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объект" preserve="1" userDrawn="1">
  <p:cSld name="1_Заголовок и объект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983C0EA5-1832-61E6-13C9-564BA366A6A8}"/>
              </a:ext>
            </a:extLst>
          </p:cNvPr>
          <p:cNvSpPr/>
          <p:nvPr userDrawn="1"/>
        </p:nvSpPr>
        <p:spPr>
          <a:xfrm>
            <a:off x="-16990" y="-5686"/>
            <a:ext cx="9160990" cy="5149186"/>
          </a:xfrm>
          <a:prstGeom prst="rect">
            <a:avLst/>
          </a:prstGeom>
          <a:gradFill>
            <a:gsLst>
              <a:gs pos="0">
                <a:srgbClr val="A19FC7"/>
              </a:gs>
              <a:gs pos="100000">
                <a:schemeClr val="bg1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Google Shape;156;p26">
            <a:extLst>
              <a:ext uri="{FF2B5EF4-FFF2-40B4-BE49-F238E27FC236}">
                <a16:creationId xmlns:a16="http://schemas.microsoft.com/office/drawing/2014/main" id="{5CE0454D-7BEF-AA77-4C8F-B33CC90DA61A}"/>
              </a:ext>
            </a:extLst>
          </p:cNvPr>
          <p:cNvSpPr txBox="1"/>
          <p:nvPr userDrawn="1"/>
        </p:nvSpPr>
        <p:spPr>
          <a:xfrm>
            <a:off x="8544560" y="4874269"/>
            <a:ext cx="450804" cy="2308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18065EE7-A717-46A1-A32B-C5B7AF537424}" type="slidenum">
              <a:rPr lang="ru" sz="1050" smtClean="0">
                <a:solidFill>
                  <a:schemeClr val="bg1"/>
                </a:solidFill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sz="1400" dirty="0">
              <a:solidFill>
                <a:schemeClr val="bg1"/>
              </a:solidFill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73AB1C6-B33F-1644-83B1-1157CE61B97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7528560" y="137993"/>
            <a:ext cx="1402964" cy="324653"/>
          </a:xfrm>
          <a:prstGeom prst="rect">
            <a:avLst/>
          </a:prstGeom>
        </p:spPr>
      </p:pic>
      <p:grpSp>
        <p:nvGrpSpPr>
          <p:cNvPr id="5" name="Группа 4">
            <a:extLst>
              <a:ext uri="{FF2B5EF4-FFF2-40B4-BE49-F238E27FC236}">
                <a16:creationId xmlns:a16="http://schemas.microsoft.com/office/drawing/2014/main" id="{50F4C987-9D45-C0CA-ECA2-722F79D534C6}"/>
              </a:ext>
            </a:extLst>
          </p:cNvPr>
          <p:cNvGrpSpPr/>
          <p:nvPr userDrawn="1"/>
        </p:nvGrpSpPr>
        <p:grpSpPr>
          <a:xfrm>
            <a:off x="254791" y="670273"/>
            <a:ext cx="8615773" cy="3797268"/>
            <a:chOff x="731520" y="670560"/>
            <a:chExt cx="8075850" cy="3559305"/>
          </a:xfrm>
          <a:solidFill>
            <a:schemeClr val="bg1">
              <a:alpha val="30000"/>
            </a:schemeClr>
          </a:solidFill>
        </p:grpSpPr>
        <p:grpSp>
          <p:nvGrpSpPr>
            <p:cNvPr id="6" name="Группа 5">
              <a:extLst>
                <a:ext uri="{FF2B5EF4-FFF2-40B4-BE49-F238E27FC236}">
                  <a16:creationId xmlns:a16="http://schemas.microsoft.com/office/drawing/2014/main" id="{A9067625-C588-9770-7710-A85680D86A79}"/>
                </a:ext>
              </a:extLst>
            </p:cNvPr>
            <p:cNvGrpSpPr/>
            <p:nvPr userDrawn="1"/>
          </p:nvGrpSpPr>
          <p:grpSpPr>
            <a:xfrm>
              <a:off x="731520" y="670560"/>
              <a:ext cx="8075850" cy="50800"/>
              <a:chOff x="731520" y="670560"/>
              <a:chExt cx="8075850" cy="50800"/>
            </a:xfrm>
            <a:grpFill/>
          </p:grpSpPr>
          <p:sp>
            <p:nvSpPr>
              <p:cNvPr id="72" name="Овал 71">
                <a:extLst>
                  <a:ext uri="{FF2B5EF4-FFF2-40B4-BE49-F238E27FC236}">
                    <a16:creationId xmlns:a16="http://schemas.microsoft.com/office/drawing/2014/main" id="{217D0424-7AAB-FB46-96E3-030563373FEA}"/>
                  </a:ext>
                </a:extLst>
              </p:cNvPr>
              <p:cNvSpPr/>
              <p:nvPr userDrawn="1"/>
            </p:nvSpPr>
            <p:spPr>
              <a:xfrm>
                <a:off x="73152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73" name="Овал 72">
                <a:extLst>
                  <a:ext uri="{FF2B5EF4-FFF2-40B4-BE49-F238E27FC236}">
                    <a16:creationId xmlns:a16="http://schemas.microsoft.com/office/drawing/2014/main" id="{8F957C45-0D21-0DFD-9587-90676D09D100}"/>
                  </a:ext>
                </a:extLst>
              </p:cNvPr>
              <p:cNvSpPr/>
              <p:nvPr userDrawn="1"/>
            </p:nvSpPr>
            <p:spPr>
              <a:xfrm>
                <a:off x="145717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74" name="Овал 73">
                <a:extLst>
                  <a:ext uri="{FF2B5EF4-FFF2-40B4-BE49-F238E27FC236}">
                    <a16:creationId xmlns:a16="http://schemas.microsoft.com/office/drawing/2014/main" id="{81E1AC52-BD8A-9AAF-A51F-D32A92F4D68A}"/>
                  </a:ext>
                </a:extLst>
              </p:cNvPr>
              <p:cNvSpPr/>
              <p:nvPr userDrawn="1"/>
            </p:nvSpPr>
            <p:spPr>
              <a:xfrm>
                <a:off x="218711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75" name="Овал 74">
                <a:extLst>
                  <a:ext uri="{FF2B5EF4-FFF2-40B4-BE49-F238E27FC236}">
                    <a16:creationId xmlns:a16="http://schemas.microsoft.com/office/drawing/2014/main" id="{CDF4FF4C-4BE4-86A4-48E5-4C8BB82C770D}"/>
                  </a:ext>
                </a:extLst>
              </p:cNvPr>
              <p:cNvSpPr/>
              <p:nvPr userDrawn="1"/>
            </p:nvSpPr>
            <p:spPr>
              <a:xfrm>
                <a:off x="291705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76" name="Овал 75">
                <a:extLst>
                  <a:ext uri="{FF2B5EF4-FFF2-40B4-BE49-F238E27FC236}">
                    <a16:creationId xmlns:a16="http://schemas.microsoft.com/office/drawing/2014/main" id="{B8610CF2-17C5-F9D1-B804-76C5F5B6C4E0}"/>
                  </a:ext>
                </a:extLst>
              </p:cNvPr>
              <p:cNvSpPr/>
              <p:nvPr userDrawn="1"/>
            </p:nvSpPr>
            <p:spPr>
              <a:xfrm>
                <a:off x="364699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77" name="Овал 76">
                <a:extLst>
                  <a:ext uri="{FF2B5EF4-FFF2-40B4-BE49-F238E27FC236}">
                    <a16:creationId xmlns:a16="http://schemas.microsoft.com/office/drawing/2014/main" id="{04342589-3A9B-DF74-E58B-34279489F472}"/>
                  </a:ext>
                </a:extLst>
              </p:cNvPr>
              <p:cNvSpPr/>
              <p:nvPr userDrawn="1"/>
            </p:nvSpPr>
            <p:spPr>
              <a:xfrm>
                <a:off x="437693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78" name="Овал 77">
                <a:extLst>
                  <a:ext uri="{FF2B5EF4-FFF2-40B4-BE49-F238E27FC236}">
                    <a16:creationId xmlns:a16="http://schemas.microsoft.com/office/drawing/2014/main" id="{3B1FC095-B96F-425C-48B4-848BE36C78B1}"/>
                  </a:ext>
                </a:extLst>
              </p:cNvPr>
              <p:cNvSpPr/>
              <p:nvPr userDrawn="1"/>
            </p:nvSpPr>
            <p:spPr>
              <a:xfrm>
                <a:off x="510687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79" name="Овал 78">
                <a:extLst>
                  <a:ext uri="{FF2B5EF4-FFF2-40B4-BE49-F238E27FC236}">
                    <a16:creationId xmlns:a16="http://schemas.microsoft.com/office/drawing/2014/main" id="{2C99916B-F908-DB0F-2FD5-F8388DBF7232}"/>
                  </a:ext>
                </a:extLst>
              </p:cNvPr>
              <p:cNvSpPr/>
              <p:nvPr userDrawn="1"/>
            </p:nvSpPr>
            <p:spPr>
              <a:xfrm>
                <a:off x="583681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80" name="Овал 79">
                <a:extLst>
                  <a:ext uri="{FF2B5EF4-FFF2-40B4-BE49-F238E27FC236}">
                    <a16:creationId xmlns:a16="http://schemas.microsoft.com/office/drawing/2014/main" id="{1CF35604-149E-90B4-471D-5AEB1DC383BB}"/>
                  </a:ext>
                </a:extLst>
              </p:cNvPr>
              <p:cNvSpPr/>
              <p:nvPr userDrawn="1"/>
            </p:nvSpPr>
            <p:spPr>
              <a:xfrm>
                <a:off x="656675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81" name="Овал 80">
                <a:extLst>
                  <a:ext uri="{FF2B5EF4-FFF2-40B4-BE49-F238E27FC236}">
                    <a16:creationId xmlns:a16="http://schemas.microsoft.com/office/drawing/2014/main" id="{C0AA3B0E-D866-A71E-9988-50E928597822}"/>
                  </a:ext>
                </a:extLst>
              </p:cNvPr>
              <p:cNvSpPr/>
              <p:nvPr userDrawn="1"/>
            </p:nvSpPr>
            <p:spPr>
              <a:xfrm>
                <a:off x="729669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82" name="Овал 81">
                <a:extLst>
                  <a:ext uri="{FF2B5EF4-FFF2-40B4-BE49-F238E27FC236}">
                    <a16:creationId xmlns:a16="http://schemas.microsoft.com/office/drawing/2014/main" id="{3FBABFE8-A5F9-984E-8461-4C15DC12B74D}"/>
                  </a:ext>
                </a:extLst>
              </p:cNvPr>
              <p:cNvSpPr/>
              <p:nvPr userDrawn="1"/>
            </p:nvSpPr>
            <p:spPr>
              <a:xfrm>
                <a:off x="802663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83" name="Овал 82">
                <a:extLst>
                  <a:ext uri="{FF2B5EF4-FFF2-40B4-BE49-F238E27FC236}">
                    <a16:creationId xmlns:a16="http://schemas.microsoft.com/office/drawing/2014/main" id="{C31A80E8-78CC-5A03-DE39-59AC9757CF1F}"/>
                  </a:ext>
                </a:extLst>
              </p:cNvPr>
              <p:cNvSpPr/>
              <p:nvPr userDrawn="1"/>
            </p:nvSpPr>
            <p:spPr>
              <a:xfrm>
                <a:off x="875657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  <p:grpSp>
          <p:nvGrpSpPr>
            <p:cNvPr id="7" name="Группа 6">
              <a:extLst>
                <a:ext uri="{FF2B5EF4-FFF2-40B4-BE49-F238E27FC236}">
                  <a16:creationId xmlns:a16="http://schemas.microsoft.com/office/drawing/2014/main" id="{F9566723-C550-0C34-73C1-D965A4E96442}"/>
                </a:ext>
              </a:extLst>
            </p:cNvPr>
            <p:cNvGrpSpPr/>
            <p:nvPr userDrawn="1"/>
          </p:nvGrpSpPr>
          <p:grpSpPr>
            <a:xfrm>
              <a:off x="731520" y="1354300"/>
              <a:ext cx="8075850" cy="50800"/>
              <a:chOff x="731520" y="670560"/>
              <a:chExt cx="8075850" cy="50800"/>
            </a:xfrm>
            <a:grpFill/>
          </p:grpSpPr>
          <p:sp>
            <p:nvSpPr>
              <p:cNvPr id="60" name="Овал 59">
                <a:extLst>
                  <a:ext uri="{FF2B5EF4-FFF2-40B4-BE49-F238E27FC236}">
                    <a16:creationId xmlns:a16="http://schemas.microsoft.com/office/drawing/2014/main" id="{4DF15092-85D4-14E3-5FE3-BA449E9F8B83}"/>
                  </a:ext>
                </a:extLst>
              </p:cNvPr>
              <p:cNvSpPr/>
              <p:nvPr userDrawn="1"/>
            </p:nvSpPr>
            <p:spPr>
              <a:xfrm>
                <a:off x="73152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61" name="Овал 60">
                <a:extLst>
                  <a:ext uri="{FF2B5EF4-FFF2-40B4-BE49-F238E27FC236}">
                    <a16:creationId xmlns:a16="http://schemas.microsoft.com/office/drawing/2014/main" id="{7EDE0F84-EB2D-5AD5-97CC-F43D8B4E6455}"/>
                  </a:ext>
                </a:extLst>
              </p:cNvPr>
              <p:cNvSpPr/>
              <p:nvPr userDrawn="1"/>
            </p:nvSpPr>
            <p:spPr>
              <a:xfrm>
                <a:off x="145717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62" name="Овал 61">
                <a:extLst>
                  <a:ext uri="{FF2B5EF4-FFF2-40B4-BE49-F238E27FC236}">
                    <a16:creationId xmlns:a16="http://schemas.microsoft.com/office/drawing/2014/main" id="{31D01FCF-121D-023D-DA22-706D784B1CB9}"/>
                  </a:ext>
                </a:extLst>
              </p:cNvPr>
              <p:cNvSpPr/>
              <p:nvPr userDrawn="1"/>
            </p:nvSpPr>
            <p:spPr>
              <a:xfrm>
                <a:off x="218711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63" name="Овал 62">
                <a:extLst>
                  <a:ext uri="{FF2B5EF4-FFF2-40B4-BE49-F238E27FC236}">
                    <a16:creationId xmlns:a16="http://schemas.microsoft.com/office/drawing/2014/main" id="{A4C56064-F0BE-9591-6DF6-546EEA6E96D5}"/>
                  </a:ext>
                </a:extLst>
              </p:cNvPr>
              <p:cNvSpPr/>
              <p:nvPr userDrawn="1"/>
            </p:nvSpPr>
            <p:spPr>
              <a:xfrm>
                <a:off x="291705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64" name="Овал 63">
                <a:extLst>
                  <a:ext uri="{FF2B5EF4-FFF2-40B4-BE49-F238E27FC236}">
                    <a16:creationId xmlns:a16="http://schemas.microsoft.com/office/drawing/2014/main" id="{329D3665-1FD3-17D4-948C-ABBD33754C7F}"/>
                  </a:ext>
                </a:extLst>
              </p:cNvPr>
              <p:cNvSpPr/>
              <p:nvPr userDrawn="1"/>
            </p:nvSpPr>
            <p:spPr>
              <a:xfrm>
                <a:off x="364699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65" name="Овал 64">
                <a:extLst>
                  <a:ext uri="{FF2B5EF4-FFF2-40B4-BE49-F238E27FC236}">
                    <a16:creationId xmlns:a16="http://schemas.microsoft.com/office/drawing/2014/main" id="{66838AED-A4A3-C336-C073-8CC6A135961D}"/>
                  </a:ext>
                </a:extLst>
              </p:cNvPr>
              <p:cNvSpPr/>
              <p:nvPr userDrawn="1"/>
            </p:nvSpPr>
            <p:spPr>
              <a:xfrm>
                <a:off x="437693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66" name="Овал 65">
                <a:extLst>
                  <a:ext uri="{FF2B5EF4-FFF2-40B4-BE49-F238E27FC236}">
                    <a16:creationId xmlns:a16="http://schemas.microsoft.com/office/drawing/2014/main" id="{5908662A-2113-5A4E-8D80-78CD498FAB98}"/>
                  </a:ext>
                </a:extLst>
              </p:cNvPr>
              <p:cNvSpPr/>
              <p:nvPr userDrawn="1"/>
            </p:nvSpPr>
            <p:spPr>
              <a:xfrm>
                <a:off x="510687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67" name="Овал 66">
                <a:extLst>
                  <a:ext uri="{FF2B5EF4-FFF2-40B4-BE49-F238E27FC236}">
                    <a16:creationId xmlns:a16="http://schemas.microsoft.com/office/drawing/2014/main" id="{C2A02350-9082-39BE-7F89-A057B52E8A62}"/>
                  </a:ext>
                </a:extLst>
              </p:cNvPr>
              <p:cNvSpPr/>
              <p:nvPr userDrawn="1"/>
            </p:nvSpPr>
            <p:spPr>
              <a:xfrm>
                <a:off x="583681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68" name="Овал 67">
                <a:extLst>
                  <a:ext uri="{FF2B5EF4-FFF2-40B4-BE49-F238E27FC236}">
                    <a16:creationId xmlns:a16="http://schemas.microsoft.com/office/drawing/2014/main" id="{AB8FF502-854E-0EB7-D921-1BBFA6E36AAA}"/>
                  </a:ext>
                </a:extLst>
              </p:cNvPr>
              <p:cNvSpPr/>
              <p:nvPr userDrawn="1"/>
            </p:nvSpPr>
            <p:spPr>
              <a:xfrm>
                <a:off x="656675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69" name="Овал 68">
                <a:extLst>
                  <a:ext uri="{FF2B5EF4-FFF2-40B4-BE49-F238E27FC236}">
                    <a16:creationId xmlns:a16="http://schemas.microsoft.com/office/drawing/2014/main" id="{A5DDE894-0F9D-3920-BC10-FF885344A304}"/>
                  </a:ext>
                </a:extLst>
              </p:cNvPr>
              <p:cNvSpPr/>
              <p:nvPr userDrawn="1"/>
            </p:nvSpPr>
            <p:spPr>
              <a:xfrm>
                <a:off x="729669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70" name="Овал 69">
                <a:extLst>
                  <a:ext uri="{FF2B5EF4-FFF2-40B4-BE49-F238E27FC236}">
                    <a16:creationId xmlns:a16="http://schemas.microsoft.com/office/drawing/2014/main" id="{79154672-B073-28C2-5203-739E4EF4802C}"/>
                  </a:ext>
                </a:extLst>
              </p:cNvPr>
              <p:cNvSpPr/>
              <p:nvPr userDrawn="1"/>
            </p:nvSpPr>
            <p:spPr>
              <a:xfrm>
                <a:off x="802663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71" name="Овал 70">
                <a:extLst>
                  <a:ext uri="{FF2B5EF4-FFF2-40B4-BE49-F238E27FC236}">
                    <a16:creationId xmlns:a16="http://schemas.microsoft.com/office/drawing/2014/main" id="{5294A291-07EC-AD49-665C-F5F781DCF6D2}"/>
                  </a:ext>
                </a:extLst>
              </p:cNvPr>
              <p:cNvSpPr/>
              <p:nvPr userDrawn="1"/>
            </p:nvSpPr>
            <p:spPr>
              <a:xfrm>
                <a:off x="875657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  <p:grpSp>
          <p:nvGrpSpPr>
            <p:cNvPr id="8" name="Группа 7">
              <a:extLst>
                <a:ext uri="{FF2B5EF4-FFF2-40B4-BE49-F238E27FC236}">
                  <a16:creationId xmlns:a16="http://schemas.microsoft.com/office/drawing/2014/main" id="{2D8A2859-981B-AF49-D452-D0324484006F}"/>
                </a:ext>
              </a:extLst>
            </p:cNvPr>
            <p:cNvGrpSpPr/>
            <p:nvPr userDrawn="1"/>
          </p:nvGrpSpPr>
          <p:grpSpPr>
            <a:xfrm>
              <a:off x="731520" y="2062754"/>
              <a:ext cx="8075850" cy="50800"/>
              <a:chOff x="731520" y="670560"/>
              <a:chExt cx="8075850" cy="50800"/>
            </a:xfrm>
            <a:grpFill/>
          </p:grpSpPr>
          <p:sp>
            <p:nvSpPr>
              <p:cNvPr id="48" name="Овал 47">
                <a:extLst>
                  <a:ext uri="{FF2B5EF4-FFF2-40B4-BE49-F238E27FC236}">
                    <a16:creationId xmlns:a16="http://schemas.microsoft.com/office/drawing/2014/main" id="{C0E884FD-6BAD-19C5-96F2-4B5B72FF011C}"/>
                  </a:ext>
                </a:extLst>
              </p:cNvPr>
              <p:cNvSpPr/>
              <p:nvPr userDrawn="1"/>
            </p:nvSpPr>
            <p:spPr>
              <a:xfrm>
                <a:off x="73152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49" name="Овал 48">
                <a:extLst>
                  <a:ext uri="{FF2B5EF4-FFF2-40B4-BE49-F238E27FC236}">
                    <a16:creationId xmlns:a16="http://schemas.microsoft.com/office/drawing/2014/main" id="{A3BD95B8-1B84-13E2-A331-2187D33B4D30}"/>
                  </a:ext>
                </a:extLst>
              </p:cNvPr>
              <p:cNvSpPr/>
              <p:nvPr userDrawn="1"/>
            </p:nvSpPr>
            <p:spPr>
              <a:xfrm>
                <a:off x="145717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50" name="Овал 49">
                <a:extLst>
                  <a:ext uri="{FF2B5EF4-FFF2-40B4-BE49-F238E27FC236}">
                    <a16:creationId xmlns:a16="http://schemas.microsoft.com/office/drawing/2014/main" id="{C8E1A9E7-3B71-2BD8-085E-81AC6E2C2480}"/>
                  </a:ext>
                </a:extLst>
              </p:cNvPr>
              <p:cNvSpPr/>
              <p:nvPr userDrawn="1"/>
            </p:nvSpPr>
            <p:spPr>
              <a:xfrm>
                <a:off x="218711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51" name="Овал 50">
                <a:extLst>
                  <a:ext uri="{FF2B5EF4-FFF2-40B4-BE49-F238E27FC236}">
                    <a16:creationId xmlns:a16="http://schemas.microsoft.com/office/drawing/2014/main" id="{FDE5F8A0-835B-5DE1-190B-B316845C03D2}"/>
                  </a:ext>
                </a:extLst>
              </p:cNvPr>
              <p:cNvSpPr/>
              <p:nvPr userDrawn="1"/>
            </p:nvSpPr>
            <p:spPr>
              <a:xfrm>
                <a:off x="291705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52" name="Овал 51">
                <a:extLst>
                  <a:ext uri="{FF2B5EF4-FFF2-40B4-BE49-F238E27FC236}">
                    <a16:creationId xmlns:a16="http://schemas.microsoft.com/office/drawing/2014/main" id="{DFFF9F5C-B4EA-0648-7FE8-80FB8933DBC9}"/>
                  </a:ext>
                </a:extLst>
              </p:cNvPr>
              <p:cNvSpPr/>
              <p:nvPr userDrawn="1"/>
            </p:nvSpPr>
            <p:spPr>
              <a:xfrm>
                <a:off x="364699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53" name="Овал 52">
                <a:extLst>
                  <a:ext uri="{FF2B5EF4-FFF2-40B4-BE49-F238E27FC236}">
                    <a16:creationId xmlns:a16="http://schemas.microsoft.com/office/drawing/2014/main" id="{3736A675-E09A-0B34-5FBB-601019913836}"/>
                  </a:ext>
                </a:extLst>
              </p:cNvPr>
              <p:cNvSpPr/>
              <p:nvPr userDrawn="1"/>
            </p:nvSpPr>
            <p:spPr>
              <a:xfrm>
                <a:off x="437693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54" name="Овал 53">
                <a:extLst>
                  <a:ext uri="{FF2B5EF4-FFF2-40B4-BE49-F238E27FC236}">
                    <a16:creationId xmlns:a16="http://schemas.microsoft.com/office/drawing/2014/main" id="{F0205FD3-01E0-BC33-6EBE-617F916C8724}"/>
                  </a:ext>
                </a:extLst>
              </p:cNvPr>
              <p:cNvSpPr/>
              <p:nvPr userDrawn="1"/>
            </p:nvSpPr>
            <p:spPr>
              <a:xfrm>
                <a:off x="510687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55" name="Овал 54">
                <a:extLst>
                  <a:ext uri="{FF2B5EF4-FFF2-40B4-BE49-F238E27FC236}">
                    <a16:creationId xmlns:a16="http://schemas.microsoft.com/office/drawing/2014/main" id="{95C22443-1548-3FEA-CB8F-F4F949EB141F}"/>
                  </a:ext>
                </a:extLst>
              </p:cNvPr>
              <p:cNvSpPr/>
              <p:nvPr userDrawn="1"/>
            </p:nvSpPr>
            <p:spPr>
              <a:xfrm>
                <a:off x="583681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56" name="Овал 55">
                <a:extLst>
                  <a:ext uri="{FF2B5EF4-FFF2-40B4-BE49-F238E27FC236}">
                    <a16:creationId xmlns:a16="http://schemas.microsoft.com/office/drawing/2014/main" id="{A49CD9A8-0B6A-4ABC-7DB5-77B7A32FA112}"/>
                  </a:ext>
                </a:extLst>
              </p:cNvPr>
              <p:cNvSpPr/>
              <p:nvPr userDrawn="1"/>
            </p:nvSpPr>
            <p:spPr>
              <a:xfrm>
                <a:off x="656675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57" name="Овал 56">
                <a:extLst>
                  <a:ext uri="{FF2B5EF4-FFF2-40B4-BE49-F238E27FC236}">
                    <a16:creationId xmlns:a16="http://schemas.microsoft.com/office/drawing/2014/main" id="{9EF3F474-A60A-8D86-660E-4D43A7A7CE52}"/>
                  </a:ext>
                </a:extLst>
              </p:cNvPr>
              <p:cNvSpPr/>
              <p:nvPr userDrawn="1"/>
            </p:nvSpPr>
            <p:spPr>
              <a:xfrm>
                <a:off x="729669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58" name="Овал 57">
                <a:extLst>
                  <a:ext uri="{FF2B5EF4-FFF2-40B4-BE49-F238E27FC236}">
                    <a16:creationId xmlns:a16="http://schemas.microsoft.com/office/drawing/2014/main" id="{47D03B42-9908-852C-7CC8-3A5950242018}"/>
                  </a:ext>
                </a:extLst>
              </p:cNvPr>
              <p:cNvSpPr/>
              <p:nvPr userDrawn="1"/>
            </p:nvSpPr>
            <p:spPr>
              <a:xfrm>
                <a:off x="802663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59" name="Овал 58">
                <a:extLst>
                  <a:ext uri="{FF2B5EF4-FFF2-40B4-BE49-F238E27FC236}">
                    <a16:creationId xmlns:a16="http://schemas.microsoft.com/office/drawing/2014/main" id="{31A580B4-28D7-2B25-4A5A-1A30D4048DF8}"/>
                  </a:ext>
                </a:extLst>
              </p:cNvPr>
              <p:cNvSpPr/>
              <p:nvPr userDrawn="1"/>
            </p:nvSpPr>
            <p:spPr>
              <a:xfrm>
                <a:off x="875657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  <p:grpSp>
          <p:nvGrpSpPr>
            <p:cNvPr id="9" name="Группа 8">
              <a:extLst>
                <a:ext uri="{FF2B5EF4-FFF2-40B4-BE49-F238E27FC236}">
                  <a16:creationId xmlns:a16="http://schemas.microsoft.com/office/drawing/2014/main" id="{9D2D00B2-FC09-9994-3707-3D040DCB968D}"/>
                </a:ext>
              </a:extLst>
            </p:cNvPr>
            <p:cNvGrpSpPr/>
            <p:nvPr userDrawn="1"/>
          </p:nvGrpSpPr>
          <p:grpSpPr>
            <a:xfrm>
              <a:off x="731520" y="2777673"/>
              <a:ext cx="8075850" cy="50800"/>
              <a:chOff x="731520" y="670560"/>
              <a:chExt cx="8075850" cy="50800"/>
            </a:xfrm>
            <a:grpFill/>
          </p:grpSpPr>
          <p:sp>
            <p:nvSpPr>
              <p:cNvPr id="36" name="Овал 35">
                <a:extLst>
                  <a:ext uri="{FF2B5EF4-FFF2-40B4-BE49-F238E27FC236}">
                    <a16:creationId xmlns:a16="http://schemas.microsoft.com/office/drawing/2014/main" id="{2BFE8076-E6A6-6FAD-84A6-6B464432E157}"/>
                  </a:ext>
                </a:extLst>
              </p:cNvPr>
              <p:cNvSpPr/>
              <p:nvPr userDrawn="1"/>
            </p:nvSpPr>
            <p:spPr>
              <a:xfrm>
                <a:off x="73152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37" name="Овал 36">
                <a:extLst>
                  <a:ext uri="{FF2B5EF4-FFF2-40B4-BE49-F238E27FC236}">
                    <a16:creationId xmlns:a16="http://schemas.microsoft.com/office/drawing/2014/main" id="{A64EAAF7-BCF9-CF46-A360-53E978251074}"/>
                  </a:ext>
                </a:extLst>
              </p:cNvPr>
              <p:cNvSpPr/>
              <p:nvPr userDrawn="1"/>
            </p:nvSpPr>
            <p:spPr>
              <a:xfrm>
                <a:off x="145717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38" name="Овал 37">
                <a:extLst>
                  <a:ext uri="{FF2B5EF4-FFF2-40B4-BE49-F238E27FC236}">
                    <a16:creationId xmlns:a16="http://schemas.microsoft.com/office/drawing/2014/main" id="{4EAFFF68-8995-621A-3A83-75F22A2F9528}"/>
                  </a:ext>
                </a:extLst>
              </p:cNvPr>
              <p:cNvSpPr/>
              <p:nvPr userDrawn="1"/>
            </p:nvSpPr>
            <p:spPr>
              <a:xfrm>
                <a:off x="218711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39" name="Овал 38">
                <a:extLst>
                  <a:ext uri="{FF2B5EF4-FFF2-40B4-BE49-F238E27FC236}">
                    <a16:creationId xmlns:a16="http://schemas.microsoft.com/office/drawing/2014/main" id="{7B1F5B8B-F53F-DA15-2B88-D503DD52A48F}"/>
                  </a:ext>
                </a:extLst>
              </p:cNvPr>
              <p:cNvSpPr/>
              <p:nvPr userDrawn="1"/>
            </p:nvSpPr>
            <p:spPr>
              <a:xfrm>
                <a:off x="291705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40" name="Овал 39">
                <a:extLst>
                  <a:ext uri="{FF2B5EF4-FFF2-40B4-BE49-F238E27FC236}">
                    <a16:creationId xmlns:a16="http://schemas.microsoft.com/office/drawing/2014/main" id="{CE9E6F78-B882-28DB-BFC3-72C573507BB1}"/>
                  </a:ext>
                </a:extLst>
              </p:cNvPr>
              <p:cNvSpPr/>
              <p:nvPr userDrawn="1"/>
            </p:nvSpPr>
            <p:spPr>
              <a:xfrm>
                <a:off x="364699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41" name="Овал 40">
                <a:extLst>
                  <a:ext uri="{FF2B5EF4-FFF2-40B4-BE49-F238E27FC236}">
                    <a16:creationId xmlns:a16="http://schemas.microsoft.com/office/drawing/2014/main" id="{54B5CC78-C2D6-2B96-4007-6A7725922925}"/>
                  </a:ext>
                </a:extLst>
              </p:cNvPr>
              <p:cNvSpPr/>
              <p:nvPr userDrawn="1"/>
            </p:nvSpPr>
            <p:spPr>
              <a:xfrm>
                <a:off x="437693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42" name="Овал 41">
                <a:extLst>
                  <a:ext uri="{FF2B5EF4-FFF2-40B4-BE49-F238E27FC236}">
                    <a16:creationId xmlns:a16="http://schemas.microsoft.com/office/drawing/2014/main" id="{259CC6A0-DD73-BA98-D44F-8083FF269747}"/>
                  </a:ext>
                </a:extLst>
              </p:cNvPr>
              <p:cNvSpPr/>
              <p:nvPr userDrawn="1"/>
            </p:nvSpPr>
            <p:spPr>
              <a:xfrm>
                <a:off x="510687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43" name="Овал 42">
                <a:extLst>
                  <a:ext uri="{FF2B5EF4-FFF2-40B4-BE49-F238E27FC236}">
                    <a16:creationId xmlns:a16="http://schemas.microsoft.com/office/drawing/2014/main" id="{FF752B8E-9387-D1BB-5985-56632A7525EE}"/>
                  </a:ext>
                </a:extLst>
              </p:cNvPr>
              <p:cNvSpPr/>
              <p:nvPr userDrawn="1"/>
            </p:nvSpPr>
            <p:spPr>
              <a:xfrm>
                <a:off x="583681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44" name="Овал 43">
                <a:extLst>
                  <a:ext uri="{FF2B5EF4-FFF2-40B4-BE49-F238E27FC236}">
                    <a16:creationId xmlns:a16="http://schemas.microsoft.com/office/drawing/2014/main" id="{B8580458-43AD-1421-884E-23AAEEA5F78D}"/>
                  </a:ext>
                </a:extLst>
              </p:cNvPr>
              <p:cNvSpPr/>
              <p:nvPr userDrawn="1"/>
            </p:nvSpPr>
            <p:spPr>
              <a:xfrm>
                <a:off x="656675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45" name="Овал 44">
                <a:extLst>
                  <a:ext uri="{FF2B5EF4-FFF2-40B4-BE49-F238E27FC236}">
                    <a16:creationId xmlns:a16="http://schemas.microsoft.com/office/drawing/2014/main" id="{6DE063F9-7121-E7B0-A2FC-3B67248E1241}"/>
                  </a:ext>
                </a:extLst>
              </p:cNvPr>
              <p:cNvSpPr/>
              <p:nvPr userDrawn="1"/>
            </p:nvSpPr>
            <p:spPr>
              <a:xfrm>
                <a:off x="729669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46" name="Овал 45">
                <a:extLst>
                  <a:ext uri="{FF2B5EF4-FFF2-40B4-BE49-F238E27FC236}">
                    <a16:creationId xmlns:a16="http://schemas.microsoft.com/office/drawing/2014/main" id="{B8EA0218-2EC7-02ED-6C9C-3B9462CDF2E1}"/>
                  </a:ext>
                </a:extLst>
              </p:cNvPr>
              <p:cNvSpPr/>
              <p:nvPr userDrawn="1"/>
            </p:nvSpPr>
            <p:spPr>
              <a:xfrm>
                <a:off x="802663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47" name="Овал 46">
                <a:extLst>
                  <a:ext uri="{FF2B5EF4-FFF2-40B4-BE49-F238E27FC236}">
                    <a16:creationId xmlns:a16="http://schemas.microsoft.com/office/drawing/2014/main" id="{8C976065-5D50-AD7D-DBD1-1F7830D8DB4A}"/>
                  </a:ext>
                </a:extLst>
              </p:cNvPr>
              <p:cNvSpPr/>
              <p:nvPr userDrawn="1"/>
            </p:nvSpPr>
            <p:spPr>
              <a:xfrm>
                <a:off x="875657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  <p:grpSp>
          <p:nvGrpSpPr>
            <p:cNvPr id="10" name="Группа 9">
              <a:extLst>
                <a:ext uri="{FF2B5EF4-FFF2-40B4-BE49-F238E27FC236}">
                  <a16:creationId xmlns:a16="http://schemas.microsoft.com/office/drawing/2014/main" id="{5F36F857-848D-5C1E-49D3-25CA629BBB65}"/>
                </a:ext>
              </a:extLst>
            </p:cNvPr>
            <p:cNvGrpSpPr/>
            <p:nvPr userDrawn="1"/>
          </p:nvGrpSpPr>
          <p:grpSpPr>
            <a:xfrm>
              <a:off x="731520" y="3475802"/>
              <a:ext cx="8075850" cy="50800"/>
              <a:chOff x="731520" y="670560"/>
              <a:chExt cx="8075850" cy="50800"/>
            </a:xfrm>
            <a:grpFill/>
          </p:grpSpPr>
          <p:sp>
            <p:nvSpPr>
              <p:cNvPr id="24" name="Овал 23">
                <a:extLst>
                  <a:ext uri="{FF2B5EF4-FFF2-40B4-BE49-F238E27FC236}">
                    <a16:creationId xmlns:a16="http://schemas.microsoft.com/office/drawing/2014/main" id="{93CC5343-E38A-0DAE-E984-CC873960E22B}"/>
                  </a:ext>
                </a:extLst>
              </p:cNvPr>
              <p:cNvSpPr/>
              <p:nvPr userDrawn="1"/>
            </p:nvSpPr>
            <p:spPr>
              <a:xfrm>
                <a:off x="73152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5" name="Овал 24">
                <a:extLst>
                  <a:ext uri="{FF2B5EF4-FFF2-40B4-BE49-F238E27FC236}">
                    <a16:creationId xmlns:a16="http://schemas.microsoft.com/office/drawing/2014/main" id="{62FC995F-E38D-5901-51F6-48C5BB2282BC}"/>
                  </a:ext>
                </a:extLst>
              </p:cNvPr>
              <p:cNvSpPr/>
              <p:nvPr userDrawn="1"/>
            </p:nvSpPr>
            <p:spPr>
              <a:xfrm>
                <a:off x="145717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6" name="Овал 25">
                <a:extLst>
                  <a:ext uri="{FF2B5EF4-FFF2-40B4-BE49-F238E27FC236}">
                    <a16:creationId xmlns:a16="http://schemas.microsoft.com/office/drawing/2014/main" id="{B898664B-257C-B282-1B65-CC122256E5EC}"/>
                  </a:ext>
                </a:extLst>
              </p:cNvPr>
              <p:cNvSpPr/>
              <p:nvPr userDrawn="1"/>
            </p:nvSpPr>
            <p:spPr>
              <a:xfrm>
                <a:off x="218711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7" name="Овал 26">
                <a:extLst>
                  <a:ext uri="{FF2B5EF4-FFF2-40B4-BE49-F238E27FC236}">
                    <a16:creationId xmlns:a16="http://schemas.microsoft.com/office/drawing/2014/main" id="{ABE793A3-87FB-48B4-934A-9EAB04889374}"/>
                  </a:ext>
                </a:extLst>
              </p:cNvPr>
              <p:cNvSpPr/>
              <p:nvPr userDrawn="1"/>
            </p:nvSpPr>
            <p:spPr>
              <a:xfrm>
                <a:off x="291705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8" name="Овал 27">
                <a:extLst>
                  <a:ext uri="{FF2B5EF4-FFF2-40B4-BE49-F238E27FC236}">
                    <a16:creationId xmlns:a16="http://schemas.microsoft.com/office/drawing/2014/main" id="{BC6C73F5-8C70-B522-818B-5D5C8BD17B9B}"/>
                  </a:ext>
                </a:extLst>
              </p:cNvPr>
              <p:cNvSpPr/>
              <p:nvPr userDrawn="1"/>
            </p:nvSpPr>
            <p:spPr>
              <a:xfrm>
                <a:off x="364699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9" name="Овал 28">
                <a:extLst>
                  <a:ext uri="{FF2B5EF4-FFF2-40B4-BE49-F238E27FC236}">
                    <a16:creationId xmlns:a16="http://schemas.microsoft.com/office/drawing/2014/main" id="{2D78ED1B-67DA-2798-46CB-AE72D77AA127}"/>
                  </a:ext>
                </a:extLst>
              </p:cNvPr>
              <p:cNvSpPr/>
              <p:nvPr userDrawn="1"/>
            </p:nvSpPr>
            <p:spPr>
              <a:xfrm>
                <a:off x="437693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30" name="Овал 29">
                <a:extLst>
                  <a:ext uri="{FF2B5EF4-FFF2-40B4-BE49-F238E27FC236}">
                    <a16:creationId xmlns:a16="http://schemas.microsoft.com/office/drawing/2014/main" id="{BDFA093F-5860-B6DE-C840-B4F8AF732C5F}"/>
                  </a:ext>
                </a:extLst>
              </p:cNvPr>
              <p:cNvSpPr/>
              <p:nvPr userDrawn="1"/>
            </p:nvSpPr>
            <p:spPr>
              <a:xfrm>
                <a:off x="510687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31" name="Овал 30">
                <a:extLst>
                  <a:ext uri="{FF2B5EF4-FFF2-40B4-BE49-F238E27FC236}">
                    <a16:creationId xmlns:a16="http://schemas.microsoft.com/office/drawing/2014/main" id="{7FD2D0ED-30AA-247D-04D7-13931569913C}"/>
                  </a:ext>
                </a:extLst>
              </p:cNvPr>
              <p:cNvSpPr/>
              <p:nvPr userDrawn="1"/>
            </p:nvSpPr>
            <p:spPr>
              <a:xfrm>
                <a:off x="583681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32" name="Овал 31">
                <a:extLst>
                  <a:ext uri="{FF2B5EF4-FFF2-40B4-BE49-F238E27FC236}">
                    <a16:creationId xmlns:a16="http://schemas.microsoft.com/office/drawing/2014/main" id="{B60A4676-6664-D224-5108-4A30A88DF549}"/>
                  </a:ext>
                </a:extLst>
              </p:cNvPr>
              <p:cNvSpPr/>
              <p:nvPr userDrawn="1"/>
            </p:nvSpPr>
            <p:spPr>
              <a:xfrm>
                <a:off x="656675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33" name="Овал 32">
                <a:extLst>
                  <a:ext uri="{FF2B5EF4-FFF2-40B4-BE49-F238E27FC236}">
                    <a16:creationId xmlns:a16="http://schemas.microsoft.com/office/drawing/2014/main" id="{64E0A259-FCF0-1A80-B8FF-164EE2D4684A}"/>
                  </a:ext>
                </a:extLst>
              </p:cNvPr>
              <p:cNvSpPr/>
              <p:nvPr userDrawn="1"/>
            </p:nvSpPr>
            <p:spPr>
              <a:xfrm>
                <a:off x="729669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34" name="Овал 33">
                <a:extLst>
                  <a:ext uri="{FF2B5EF4-FFF2-40B4-BE49-F238E27FC236}">
                    <a16:creationId xmlns:a16="http://schemas.microsoft.com/office/drawing/2014/main" id="{BF008609-79A2-100F-FF4A-9957F0909154}"/>
                  </a:ext>
                </a:extLst>
              </p:cNvPr>
              <p:cNvSpPr/>
              <p:nvPr userDrawn="1"/>
            </p:nvSpPr>
            <p:spPr>
              <a:xfrm>
                <a:off x="802663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35" name="Овал 34">
                <a:extLst>
                  <a:ext uri="{FF2B5EF4-FFF2-40B4-BE49-F238E27FC236}">
                    <a16:creationId xmlns:a16="http://schemas.microsoft.com/office/drawing/2014/main" id="{B5A0EF36-6E00-154D-A5DB-D21560DDD17D}"/>
                  </a:ext>
                </a:extLst>
              </p:cNvPr>
              <p:cNvSpPr/>
              <p:nvPr userDrawn="1"/>
            </p:nvSpPr>
            <p:spPr>
              <a:xfrm>
                <a:off x="875657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  <p:grpSp>
          <p:nvGrpSpPr>
            <p:cNvPr id="11" name="Группа 10">
              <a:extLst>
                <a:ext uri="{FF2B5EF4-FFF2-40B4-BE49-F238E27FC236}">
                  <a16:creationId xmlns:a16="http://schemas.microsoft.com/office/drawing/2014/main" id="{EDA47C70-36A2-A1E2-1DD5-165A63C04FF8}"/>
                </a:ext>
              </a:extLst>
            </p:cNvPr>
            <p:cNvGrpSpPr/>
            <p:nvPr userDrawn="1"/>
          </p:nvGrpSpPr>
          <p:grpSpPr>
            <a:xfrm>
              <a:off x="731520" y="4179065"/>
              <a:ext cx="8075850" cy="50800"/>
              <a:chOff x="731520" y="670560"/>
              <a:chExt cx="8075850" cy="50800"/>
            </a:xfrm>
            <a:grpFill/>
          </p:grpSpPr>
          <p:sp>
            <p:nvSpPr>
              <p:cNvPr id="12" name="Овал 11">
                <a:extLst>
                  <a:ext uri="{FF2B5EF4-FFF2-40B4-BE49-F238E27FC236}">
                    <a16:creationId xmlns:a16="http://schemas.microsoft.com/office/drawing/2014/main" id="{E840331B-983D-23AC-C808-DDD76C60EEF2}"/>
                  </a:ext>
                </a:extLst>
              </p:cNvPr>
              <p:cNvSpPr/>
              <p:nvPr userDrawn="1"/>
            </p:nvSpPr>
            <p:spPr>
              <a:xfrm>
                <a:off x="73152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3" name="Овал 12">
                <a:extLst>
                  <a:ext uri="{FF2B5EF4-FFF2-40B4-BE49-F238E27FC236}">
                    <a16:creationId xmlns:a16="http://schemas.microsoft.com/office/drawing/2014/main" id="{B668C530-619F-059D-9718-A2C315C8F211}"/>
                  </a:ext>
                </a:extLst>
              </p:cNvPr>
              <p:cNvSpPr/>
              <p:nvPr userDrawn="1"/>
            </p:nvSpPr>
            <p:spPr>
              <a:xfrm>
                <a:off x="145717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4" name="Овал 13">
                <a:extLst>
                  <a:ext uri="{FF2B5EF4-FFF2-40B4-BE49-F238E27FC236}">
                    <a16:creationId xmlns:a16="http://schemas.microsoft.com/office/drawing/2014/main" id="{DF49B7F7-88D6-8528-BB7E-1E757ABB09AF}"/>
                  </a:ext>
                </a:extLst>
              </p:cNvPr>
              <p:cNvSpPr/>
              <p:nvPr userDrawn="1"/>
            </p:nvSpPr>
            <p:spPr>
              <a:xfrm>
                <a:off x="218711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5" name="Овал 14">
                <a:extLst>
                  <a:ext uri="{FF2B5EF4-FFF2-40B4-BE49-F238E27FC236}">
                    <a16:creationId xmlns:a16="http://schemas.microsoft.com/office/drawing/2014/main" id="{45A1BDBE-52D3-2231-F851-82D49B5BCAE9}"/>
                  </a:ext>
                </a:extLst>
              </p:cNvPr>
              <p:cNvSpPr/>
              <p:nvPr userDrawn="1"/>
            </p:nvSpPr>
            <p:spPr>
              <a:xfrm>
                <a:off x="291705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6" name="Овал 15">
                <a:extLst>
                  <a:ext uri="{FF2B5EF4-FFF2-40B4-BE49-F238E27FC236}">
                    <a16:creationId xmlns:a16="http://schemas.microsoft.com/office/drawing/2014/main" id="{034E483A-23A7-7CBF-3FFC-9A35C6B2E64A}"/>
                  </a:ext>
                </a:extLst>
              </p:cNvPr>
              <p:cNvSpPr/>
              <p:nvPr userDrawn="1"/>
            </p:nvSpPr>
            <p:spPr>
              <a:xfrm>
                <a:off x="364699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7" name="Овал 16">
                <a:extLst>
                  <a:ext uri="{FF2B5EF4-FFF2-40B4-BE49-F238E27FC236}">
                    <a16:creationId xmlns:a16="http://schemas.microsoft.com/office/drawing/2014/main" id="{16FC6EF7-8CEE-4F64-F8E0-B20ACCED8731}"/>
                  </a:ext>
                </a:extLst>
              </p:cNvPr>
              <p:cNvSpPr/>
              <p:nvPr userDrawn="1"/>
            </p:nvSpPr>
            <p:spPr>
              <a:xfrm>
                <a:off x="437693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8" name="Овал 17">
                <a:extLst>
                  <a:ext uri="{FF2B5EF4-FFF2-40B4-BE49-F238E27FC236}">
                    <a16:creationId xmlns:a16="http://schemas.microsoft.com/office/drawing/2014/main" id="{FD9A8ED1-FEB3-AE7D-2D10-E5C5C3FC3F5F}"/>
                  </a:ext>
                </a:extLst>
              </p:cNvPr>
              <p:cNvSpPr/>
              <p:nvPr userDrawn="1"/>
            </p:nvSpPr>
            <p:spPr>
              <a:xfrm>
                <a:off x="510687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9" name="Овал 18">
                <a:extLst>
                  <a:ext uri="{FF2B5EF4-FFF2-40B4-BE49-F238E27FC236}">
                    <a16:creationId xmlns:a16="http://schemas.microsoft.com/office/drawing/2014/main" id="{6445B6CC-1A9E-45E2-1D46-7AE3C2F44C6D}"/>
                  </a:ext>
                </a:extLst>
              </p:cNvPr>
              <p:cNvSpPr/>
              <p:nvPr userDrawn="1"/>
            </p:nvSpPr>
            <p:spPr>
              <a:xfrm>
                <a:off x="583681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0" name="Овал 19">
                <a:extLst>
                  <a:ext uri="{FF2B5EF4-FFF2-40B4-BE49-F238E27FC236}">
                    <a16:creationId xmlns:a16="http://schemas.microsoft.com/office/drawing/2014/main" id="{6C972157-D593-D343-3A43-C53A12BBB2F9}"/>
                  </a:ext>
                </a:extLst>
              </p:cNvPr>
              <p:cNvSpPr/>
              <p:nvPr userDrawn="1"/>
            </p:nvSpPr>
            <p:spPr>
              <a:xfrm>
                <a:off x="656675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1" name="Овал 20">
                <a:extLst>
                  <a:ext uri="{FF2B5EF4-FFF2-40B4-BE49-F238E27FC236}">
                    <a16:creationId xmlns:a16="http://schemas.microsoft.com/office/drawing/2014/main" id="{9946F223-2665-353C-6066-98C31160210C}"/>
                  </a:ext>
                </a:extLst>
              </p:cNvPr>
              <p:cNvSpPr/>
              <p:nvPr userDrawn="1"/>
            </p:nvSpPr>
            <p:spPr>
              <a:xfrm>
                <a:off x="729669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2" name="Овал 21">
                <a:extLst>
                  <a:ext uri="{FF2B5EF4-FFF2-40B4-BE49-F238E27FC236}">
                    <a16:creationId xmlns:a16="http://schemas.microsoft.com/office/drawing/2014/main" id="{42442C05-5C18-9126-3896-9B414575197E}"/>
                  </a:ext>
                </a:extLst>
              </p:cNvPr>
              <p:cNvSpPr/>
              <p:nvPr userDrawn="1"/>
            </p:nvSpPr>
            <p:spPr>
              <a:xfrm>
                <a:off x="802663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3" name="Овал 22">
                <a:extLst>
                  <a:ext uri="{FF2B5EF4-FFF2-40B4-BE49-F238E27FC236}">
                    <a16:creationId xmlns:a16="http://schemas.microsoft.com/office/drawing/2014/main" id="{E23F72D4-E684-2762-FE0D-70EC1ACE323D}"/>
                  </a:ext>
                </a:extLst>
              </p:cNvPr>
              <p:cNvSpPr/>
              <p:nvPr userDrawn="1"/>
            </p:nvSpPr>
            <p:spPr>
              <a:xfrm>
                <a:off x="875657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</p:grpSp>
      <p:sp>
        <p:nvSpPr>
          <p:cNvPr id="84" name="Google Shape;156;p26">
            <a:extLst>
              <a:ext uri="{FF2B5EF4-FFF2-40B4-BE49-F238E27FC236}">
                <a16:creationId xmlns:a16="http://schemas.microsoft.com/office/drawing/2014/main" id="{37A242B9-6076-DDC1-B8E2-A56C7C74BA62}"/>
              </a:ext>
            </a:extLst>
          </p:cNvPr>
          <p:cNvSpPr txBox="1"/>
          <p:nvPr userDrawn="1"/>
        </p:nvSpPr>
        <p:spPr>
          <a:xfrm>
            <a:off x="8590966" y="4774705"/>
            <a:ext cx="450804" cy="2308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18065EE7-A717-46A1-A32B-C5B7AF537424}" type="slidenum">
              <a:rPr lang="ru" sz="1050" smtClean="0">
                <a:solidFill>
                  <a:srgbClr val="00549A"/>
                </a:solidFill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sz="1400" dirty="0">
              <a:solidFill>
                <a:srgbClr val="00549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3749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 слайд" preserve="1" userDrawn="1">
  <p:cSld name="1_Титульный слайд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4B950AF6-FE86-C1DD-84F6-E43E32D0C8BD}"/>
              </a:ext>
            </a:extLst>
          </p:cNvPr>
          <p:cNvSpPr/>
          <p:nvPr userDrawn="1"/>
        </p:nvSpPr>
        <p:spPr>
          <a:xfrm>
            <a:off x="-16990" y="-5686"/>
            <a:ext cx="9160990" cy="5149186"/>
          </a:xfrm>
          <a:prstGeom prst="rect">
            <a:avLst/>
          </a:prstGeom>
          <a:gradFill>
            <a:gsLst>
              <a:gs pos="44000">
                <a:srgbClr val="0C056D"/>
              </a:gs>
              <a:gs pos="100000">
                <a:srgbClr val="590D82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D21C011-1621-6943-C094-D1844E587D2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7528560" y="137993"/>
            <a:ext cx="1402964" cy="324653"/>
          </a:xfrm>
          <a:prstGeom prst="rect">
            <a:avLst/>
          </a:prstGeom>
        </p:spPr>
      </p:pic>
      <p:grpSp>
        <p:nvGrpSpPr>
          <p:cNvPr id="181" name="Группа 180">
            <a:extLst>
              <a:ext uri="{FF2B5EF4-FFF2-40B4-BE49-F238E27FC236}">
                <a16:creationId xmlns:a16="http://schemas.microsoft.com/office/drawing/2014/main" id="{FEA28B37-EFEC-DD3B-2813-303E523C56F3}"/>
              </a:ext>
            </a:extLst>
          </p:cNvPr>
          <p:cNvGrpSpPr/>
          <p:nvPr userDrawn="1"/>
        </p:nvGrpSpPr>
        <p:grpSpPr>
          <a:xfrm>
            <a:off x="254791" y="670273"/>
            <a:ext cx="8615773" cy="3797268"/>
            <a:chOff x="731520" y="670560"/>
            <a:chExt cx="8075850" cy="3559305"/>
          </a:xfrm>
          <a:solidFill>
            <a:schemeClr val="accent5">
              <a:lumMod val="50000"/>
              <a:alpha val="37000"/>
            </a:schemeClr>
          </a:solidFill>
        </p:grpSpPr>
        <p:grpSp>
          <p:nvGrpSpPr>
            <p:cNvPr id="17" name="Группа 16">
              <a:extLst>
                <a:ext uri="{FF2B5EF4-FFF2-40B4-BE49-F238E27FC236}">
                  <a16:creationId xmlns:a16="http://schemas.microsoft.com/office/drawing/2014/main" id="{6474D4CD-B3AB-C7F1-A36C-DBA09BE0D030}"/>
                </a:ext>
              </a:extLst>
            </p:cNvPr>
            <p:cNvGrpSpPr/>
            <p:nvPr userDrawn="1"/>
          </p:nvGrpSpPr>
          <p:grpSpPr>
            <a:xfrm>
              <a:off x="731520" y="670560"/>
              <a:ext cx="8075850" cy="50800"/>
              <a:chOff x="731520" y="670560"/>
              <a:chExt cx="8075850" cy="50800"/>
            </a:xfrm>
            <a:grpFill/>
          </p:grpSpPr>
          <p:sp>
            <p:nvSpPr>
              <p:cNvPr id="5" name="Овал 4">
                <a:extLst>
                  <a:ext uri="{FF2B5EF4-FFF2-40B4-BE49-F238E27FC236}">
                    <a16:creationId xmlns:a16="http://schemas.microsoft.com/office/drawing/2014/main" id="{51173DE7-022F-3081-7B39-2A4F530BD905}"/>
                  </a:ext>
                </a:extLst>
              </p:cNvPr>
              <p:cNvSpPr/>
              <p:nvPr userDrawn="1"/>
            </p:nvSpPr>
            <p:spPr>
              <a:xfrm>
                <a:off x="73152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6" name="Овал 5">
                <a:extLst>
                  <a:ext uri="{FF2B5EF4-FFF2-40B4-BE49-F238E27FC236}">
                    <a16:creationId xmlns:a16="http://schemas.microsoft.com/office/drawing/2014/main" id="{1D65B466-D8C1-48CD-AC9F-3F9CA52894B9}"/>
                  </a:ext>
                </a:extLst>
              </p:cNvPr>
              <p:cNvSpPr/>
              <p:nvPr userDrawn="1"/>
            </p:nvSpPr>
            <p:spPr>
              <a:xfrm>
                <a:off x="145717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7" name="Овал 6">
                <a:extLst>
                  <a:ext uri="{FF2B5EF4-FFF2-40B4-BE49-F238E27FC236}">
                    <a16:creationId xmlns:a16="http://schemas.microsoft.com/office/drawing/2014/main" id="{402F7A4D-3B39-73F6-284D-1E0FABDFA8C9}"/>
                  </a:ext>
                </a:extLst>
              </p:cNvPr>
              <p:cNvSpPr/>
              <p:nvPr userDrawn="1"/>
            </p:nvSpPr>
            <p:spPr>
              <a:xfrm>
                <a:off x="218711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8" name="Овал 7">
                <a:extLst>
                  <a:ext uri="{FF2B5EF4-FFF2-40B4-BE49-F238E27FC236}">
                    <a16:creationId xmlns:a16="http://schemas.microsoft.com/office/drawing/2014/main" id="{B6716CBC-ADFE-D671-A08E-6B4C75903E21}"/>
                  </a:ext>
                </a:extLst>
              </p:cNvPr>
              <p:cNvSpPr/>
              <p:nvPr userDrawn="1"/>
            </p:nvSpPr>
            <p:spPr>
              <a:xfrm>
                <a:off x="291705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9" name="Овал 8">
                <a:extLst>
                  <a:ext uri="{FF2B5EF4-FFF2-40B4-BE49-F238E27FC236}">
                    <a16:creationId xmlns:a16="http://schemas.microsoft.com/office/drawing/2014/main" id="{E3421906-80D7-8010-744B-30D60CD06E01}"/>
                  </a:ext>
                </a:extLst>
              </p:cNvPr>
              <p:cNvSpPr/>
              <p:nvPr userDrawn="1"/>
            </p:nvSpPr>
            <p:spPr>
              <a:xfrm>
                <a:off x="364699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0" name="Овал 9">
                <a:extLst>
                  <a:ext uri="{FF2B5EF4-FFF2-40B4-BE49-F238E27FC236}">
                    <a16:creationId xmlns:a16="http://schemas.microsoft.com/office/drawing/2014/main" id="{67005FB3-1E2C-C16C-F92F-22775F1AFBA5}"/>
                  </a:ext>
                </a:extLst>
              </p:cNvPr>
              <p:cNvSpPr/>
              <p:nvPr userDrawn="1"/>
            </p:nvSpPr>
            <p:spPr>
              <a:xfrm>
                <a:off x="437693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1" name="Овал 10">
                <a:extLst>
                  <a:ext uri="{FF2B5EF4-FFF2-40B4-BE49-F238E27FC236}">
                    <a16:creationId xmlns:a16="http://schemas.microsoft.com/office/drawing/2014/main" id="{787FAF4D-C41F-9945-AB8B-269CDB1DE644}"/>
                  </a:ext>
                </a:extLst>
              </p:cNvPr>
              <p:cNvSpPr/>
              <p:nvPr userDrawn="1"/>
            </p:nvSpPr>
            <p:spPr>
              <a:xfrm>
                <a:off x="510687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2" name="Овал 11">
                <a:extLst>
                  <a:ext uri="{FF2B5EF4-FFF2-40B4-BE49-F238E27FC236}">
                    <a16:creationId xmlns:a16="http://schemas.microsoft.com/office/drawing/2014/main" id="{13F0F93C-AF48-B066-29BB-BB6F22FA2462}"/>
                  </a:ext>
                </a:extLst>
              </p:cNvPr>
              <p:cNvSpPr/>
              <p:nvPr userDrawn="1"/>
            </p:nvSpPr>
            <p:spPr>
              <a:xfrm>
                <a:off x="583681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3" name="Овал 12">
                <a:extLst>
                  <a:ext uri="{FF2B5EF4-FFF2-40B4-BE49-F238E27FC236}">
                    <a16:creationId xmlns:a16="http://schemas.microsoft.com/office/drawing/2014/main" id="{AE9D3077-4ECD-8FC0-776E-A11EAB8DEE25}"/>
                  </a:ext>
                </a:extLst>
              </p:cNvPr>
              <p:cNvSpPr/>
              <p:nvPr userDrawn="1"/>
            </p:nvSpPr>
            <p:spPr>
              <a:xfrm>
                <a:off x="656675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4" name="Овал 13">
                <a:extLst>
                  <a:ext uri="{FF2B5EF4-FFF2-40B4-BE49-F238E27FC236}">
                    <a16:creationId xmlns:a16="http://schemas.microsoft.com/office/drawing/2014/main" id="{541598B5-675E-29F5-23C8-9043CF68536A}"/>
                  </a:ext>
                </a:extLst>
              </p:cNvPr>
              <p:cNvSpPr/>
              <p:nvPr userDrawn="1"/>
            </p:nvSpPr>
            <p:spPr>
              <a:xfrm>
                <a:off x="729669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5" name="Овал 14">
                <a:extLst>
                  <a:ext uri="{FF2B5EF4-FFF2-40B4-BE49-F238E27FC236}">
                    <a16:creationId xmlns:a16="http://schemas.microsoft.com/office/drawing/2014/main" id="{31EA9C7A-CA24-23A0-0ACD-79DB513E79C5}"/>
                  </a:ext>
                </a:extLst>
              </p:cNvPr>
              <p:cNvSpPr/>
              <p:nvPr userDrawn="1"/>
            </p:nvSpPr>
            <p:spPr>
              <a:xfrm>
                <a:off x="802663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6" name="Овал 15">
                <a:extLst>
                  <a:ext uri="{FF2B5EF4-FFF2-40B4-BE49-F238E27FC236}">
                    <a16:creationId xmlns:a16="http://schemas.microsoft.com/office/drawing/2014/main" id="{BBAF9E68-8E5F-974C-1F26-0C07B068F779}"/>
                  </a:ext>
                </a:extLst>
              </p:cNvPr>
              <p:cNvSpPr/>
              <p:nvPr userDrawn="1"/>
            </p:nvSpPr>
            <p:spPr>
              <a:xfrm>
                <a:off x="875657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  <p:grpSp>
          <p:nvGrpSpPr>
            <p:cNvPr id="32" name="Группа 31">
              <a:extLst>
                <a:ext uri="{FF2B5EF4-FFF2-40B4-BE49-F238E27FC236}">
                  <a16:creationId xmlns:a16="http://schemas.microsoft.com/office/drawing/2014/main" id="{7B5B79EE-A48E-3D97-16B9-392B367161EA}"/>
                </a:ext>
              </a:extLst>
            </p:cNvPr>
            <p:cNvGrpSpPr/>
            <p:nvPr userDrawn="1"/>
          </p:nvGrpSpPr>
          <p:grpSpPr>
            <a:xfrm>
              <a:off x="731520" y="1354300"/>
              <a:ext cx="8075850" cy="50800"/>
              <a:chOff x="731520" y="670560"/>
              <a:chExt cx="8075850" cy="50800"/>
            </a:xfrm>
            <a:grpFill/>
          </p:grpSpPr>
          <p:sp>
            <p:nvSpPr>
              <p:cNvPr id="33" name="Овал 32">
                <a:extLst>
                  <a:ext uri="{FF2B5EF4-FFF2-40B4-BE49-F238E27FC236}">
                    <a16:creationId xmlns:a16="http://schemas.microsoft.com/office/drawing/2014/main" id="{01BB5F6F-0774-D0A0-9241-E43A1B1EEB54}"/>
                  </a:ext>
                </a:extLst>
              </p:cNvPr>
              <p:cNvSpPr/>
              <p:nvPr userDrawn="1"/>
            </p:nvSpPr>
            <p:spPr>
              <a:xfrm>
                <a:off x="73152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34" name="Овал 33">
                <a:extLst>
                  <a:ext uri="{FF2B5EF4-FFF2-40B4-BE49-F238E27FC236}">
                    <a16:creationId xmlns:a16="http://schemas.microsoft.com/office/drawing/2014/main" id="{AF08FF79-722C-0DFB-3534-BFD378125A62}"/>
                  </a:ext>
                </a:extLst>
              </p:cNvPr>
              <p:cNvSpPr/>
              <p:nvPr userDrawn="1"/>
            </p:nvSpPr>
            <p:spPr>
              <a:xfrm>
                <a:off x="145717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35" name="Овал 34">
                <a:extLst>
                  <a:ext uri="{FF2B5EF4-FFF2-40B4-BE49-F238E27FC236}">
                    <a16:creationId xmlns:a16="http://schemas.microsoft.com/office/drawing/2014/main" id="{26AA4802-F348-2EC6-C0BB-279A931A7173}"/>
                  </a:ext>
                </a:extLst>
              </p:cNvPr>
              <p:cNvSpPr/>
              <p:nvPr userDrawn="1"/>
            </p:nvSpPr>
            <p:spPr>
              <a:xfrm>
                <a:off x="218711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36" name="Овал 35">
                <a:extLst>
                  <a:ext uri="{FF2B5EF4-FFF2-40B4-BE49-F238E27FC236}">
                    <a16:creationId xmlns:a16="http://schemas.microsoft.com/office/drawing/2014/main" id="{D3CEA54C-B6DF-E2F4-22E5-E3C29D79D4C3}"/>
                  </a:ext>
                </a:extLst>
              </p:cNvPr>
              <p:cNvSpPr/>
              <p:nvPr userDrawn="1"/>
            </p:nvSpPr>
            <p:spPr>
              <a:xfrm>
                <a:off x="291705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37" name="Овал 36">
                <a:extLst>
                  <a:ext uri="{FF2B5EF4-FFF2-40B4-BE49-F238E27FC236}">
                    <a16:creationId xmlns:a16="http://schemas.microsoft.com/office/drawing/2014/main" id="{70603060-AA42-7D11-F293-E9FDE5AE0F8B}"/>
                  </a:ext>
                </a:extLst>
              </p:cNvPr>
              <p:cNvSpPr/>
              <p:nvPr userDrawn="1"/>
            </p:nvSpPr>
            <p:spPr>
              <a:xfrm>
                <a:off x="364699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38" name="Овал 37">
                <a:extLst>
                  <a:ext uri="{FF2B5EF4-FFF2-40B4-BE49-F238E27FC236}">
                    <a16:creationId xmlns:a16="http://schemas.microsoft.com/office/drawing/2014/main" id="{2D70EB86-305B-275C-0234-EFA048EAA3F9}"/>
                  </a:ext>
                </a:extLst>
              </p:cNvPr>
              <p:cNvSpPr/>
              <p:nvPr userDrawn="1"/>
            </p:nvSpPr>
            <p:spPr>
              <a:xfrm>
                <a:off x="437693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39" name="Овал 38">
                <a:extLst>
                  <a:ext uri="{FF2B5EF4-FFF2-40B4-BE49-F238E27FC236}">
                    <a16:creationId xmlns:a16="http://schemas.microsoft.com/office/drawing/2014/main" id="{936F3F27-9F53-9801-20C6-68FBF330BB37}"/>
                  </a:ext>
                </a:extLst>
              </p:cNvPr>
              <p:cNvSpPr/>
              <p:nvPr userDrawn="1"/>
            </p:nvSpPr>
            <p:spPr>
              <a:xfrm>
                <a:off x="510687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40" name="Овал 39">
                <a:extLst>
                  <a:ext uri="{FF2B5EF4-FFF2-40B4-BE49-F238E27FC236}">
                    <a16:creationId xmlns:a16="http://schemas.microsoft.com/office/drawing/2014/main" id="{61B77275-16CC-6F02-0A74-4FF412471089}"/>
                  </a:ext>
                </a:extLst>
              </p:cNvPr>
              <p:cNvSpPr/>
              <p:nvPr userDrawn="1"/>
            </p:nvSpPr>
            <p:spPr>
              <a:xfrm>
                <a:off x="583681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41" name="Овал 40">
                <a:extLst>
                  <a:ext uri="{FF2B5EF4-FFF2-40B4-BE49-F238E27FC236}">
                    <a16:creationId xmlns:a16="http://schemas.microsoft.com/office/drawing/2014/main" id="{062390DA-F375-521C-806D-ED627547DC0D}"/>
                  </a:ext>
                </a:extLst>
              </p:cNvPr>
              <p:cNvSpPr/>
              <p:nvPr userDrawn="1"/>
            </p:nvSpPr>
            <p:spPr>
              <a:xfrm>
                <a:off x="656675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42" name="Овал 41">
                <a:extLst>
                  <a:ext uri="{FF2B5EF4-FFF2-40B4-BE49-F238E27FC236}">
                    <a16:creationId xmlns:a16="http://schemas.microsoft.com/office/drawing/2014/main" id="{8988F183-2E8A-82A6-01AD-C3390BC6E49F}"/>
                  </a:ext>
                </a:extLst>
              </p:cNvPr>
              <p:cNvSpPr/>
              <p:nvPr userDrawn="1"/>
            </p:nvSpPr>
            <p:spPr>
              <a:xfrm>
                <a:off x="729669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43" name="Овал 42">
                <a:extLst>
                  <a:ext uri="{FF2B5EF4-FFF2-40B4-BE49-F238E27FC236}">
                    <a16:creationId xmlns:a16="http://schemas.microsoft.com/office/drawing/2014/main" id="{AB527B1B-6062-A396-CB05-26B3B72E599C}"/>
                  </a:ext>
                </a:extLst>
              </p:cNvPr>
              <p:cNvSpPr/>
              <p:nvPr userDrawn="1"/>
            </p:nvSpPr>
            <p:spPr>
              <a:xfrm>
                <a:off x="802663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44" name="Овал 43">
                <a:extLst>
                  <a:ext uri="{FF2B5EF4-FFF2-40B4-BE49-F238E27FC236}">
                    <a16:creationId xmlns:a16="http://schemas.microsoft.com/office/drawing/2014/main" id="{28299DE0-D70F-CB67-27BE-07B8BBDDABB1}"/>
                  </a:ext>
                </a:extLst>
              </p:cNvPr>
              <p:cNvSpPr/>
              <p:nvPr userDrawn="1"/>
            </p:nvSpPr>
            <p:spPr>
              <a:xfrm>
                <a:off x="875657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  <p:grpSp>
          <p:nvGrpSpPr>
            <p:cNvPr id="128" name="Группа 127">
              <a:extLst>
                <a:ext uri="{FF2B5EF4-FFF2-40B4-BE49-F238E27FC236}">
                  <a16:creationId xmlns:a16="http://schemas.microsoft.com/office/drawing/2014/main" id="{EA8A0D31-208B-9853-AA18-C30BE11AF9EF}"/>
                </a:ext>
              </a:extLst>
            </p:cNvPr>
            <p:cNvGrpSpPr/>
            <p:nvPr userDrawn="1"/>
          </p:nvGrpSpPr>
          <p:grpSpPr>
            <a:xfrm>
              <a:off x="731520" y="2062754"/>
              <a:ext cx="8075850" cy="50800"/>
              <a:chOff x="731520" y="670560"/>
              <a:chExt cx="8075850" cy="50800"/>
            </a:xfrm>
            <a:grpFill/>
          </p:grpSpPr>
          <p:sp>
            <p:nvSpPr>
              <p:cNvPr id="129" name="Овал 128">
                <a:extLst>
                  <a:ext uri="{FF2B5EF4-FFF2-40B4-BE49-F238E27FC236}">
                    <a16:creationId xmlns:a16="http://schemas.microsoft.com/office/drawing/2014/main" id="{DF6C5202-B6C7-CC91-7644-D13DA2524746}"/>
                  </a:ext>
                </a:extLst>
              </p:cNvPr>
              <p:cNvSpPr/>
              <p:nvPr userDrawn="1"/>
            </p:nvSpPr>
            <p:spPr>
              <a:xfrm>
                <a:off x="73152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30" name="Овал 129">
                <a:extLst>
                  <a:ext uri="{FF2B5EF4-FFF2-40B4-BE49-F238E27FC236}">
                    <a16:creationId xmlns:a16="http://schemas.microsoft.com/office/drawing/2014/main" id="{E70F337A-206B-E56B-BA62-9CB65B98C196}"/>
                  </a:ext>
                </a:extLst>
              </p:cNvPr>
              <p:cNvSpPr/>
              <p:nvPr userDrawn="1"/>
            </p:nvSpPr>
            <p:spPr>
              <a:xfrm>
                <a:off x="145717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31" name="Овал 130">
                <a:extLst>
                  <a:ext uri="{FF2B5EF4-FFF2-40B4-BE49-F238E27FC236}">
                    <a16:creationId xmlns:a16="http://schemas.microsoft.com/office/drawing/2014/main" id="{AF1C029B-EA18-6B15-C35E-1036CCEEBB2C}"/>
                  </a:ext>
                </a:extLst>
              </p:cNvPr>
              <p:cNvSpPr/>
              <p:nvPr userDrawn="1"/>
            </p:nvSpPr>
            <p:spPr>
              <a:xfrm>
                <a:off x="218711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32" name="Овал 131">
                <a:extLst>
                  <a:ext uri="{FF2B5EF4-FFF2-40B4-BE49-F238E27FC236}">
                    <a16:creationId xmlns:a16="http://schemas.microsoft.com/office/drawing/2014/main" id="{62768765-F6B9-15D8-9642-D9D3F8548DA9}"/>
                  </a:ext>
                </a:extLst>
              </p:cNvPr>
              <p:cNvSpPr/>
              <p:nvPr userDrawn="1"/>
            </p:nvSpPr>
            <p:spPr>
              <a:xfrm>
                <a:off x="291705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33" name="Овал 132">
                <a:extLst>
                  <a:ext uri="{FF2B5EF4-FFF2-40B4-BE49-F238E27FC236}">
                    <a16:creationId xmlns:a16="http://schemas.microsoft.com/office/drawing/2014/main" id="{BE81DC64-0E03-4388-7DD9-78F166A0DC06}"/>
                  </a:ext>
                </a:extLst>
              </p:cNvPr>
              <p:cNvSpPr/>
              <p:nvPr userDrawn="1"/>
            </p:nvSpPr>
            <p:spPr>
              <a:xfrm>
                <a:off x="364699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34" name="Овал 133">
                <a:extLst>
                  <a:ext uri="{FF2B5EF4-FFF2-40B4-BE49-F238E27FC236}">
                    <a16:creationId xmlns:a16="http://schemas.microsoft.com/office/drawing/2014/main" id="{1A30A618-E1C5-B9DF-A375-DDC28C45CC70}"/>
                  </a:ext>
                </a:extLst>
              </p:cNvPr>
              <p:cNvSpPr/>
              <p:nvPr userDrawn="1"/>
            </p:nvSpPr>
            <p:spPr>
              <a:xfrm>
                <a:off x="437693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35" name="Овал 134">
                <a:extLst>
                  <a:ext uri="{FF2B5EF4-FFF2-40B4-BE49-F238E27FC236}">
                    <a16:creationId xmlns:a16="http://schemas.microsoft.com/office/drawing/2014/main" id="{4795DD14-80A5-202B-CDDE-D7A5D221D76A}"/>
                  </a:ext>
                </a:extLst>
              </p:cNvPr>
              <p:cNvSpPr/>
              <p:nvPr userDrawn="1"/>
            </p:nvSpPr>
            <p:spPr>
              <a:xfrm>
                <a:off x="510687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36" name="Овал 135">
                <a:extLst>
                  <a:ext uri="{FF2B5EF4-FFF2-40B4-BE49-F238E27FC236}">
                    <a16:creationId xmlns:a16="http://schemas.microsoft.com/office/drawing/2014/main" id="{3E07917D-5FBF-C2EC-288C-1E8CA3821614}"/>
                  </a:ext>
                </a:extLst>
              </p:cNvPr>
              <p:cNvSpPr/>
              <p:nvPr userDrawn="1"/>
            </p:nvSpPr>
            <p:spPr>
              <a:xfrm>
                <a:off x="583681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37" name="Овал 136">
                <a:extLst>
                  <a:ext uri="{FF2B5EF4-FFF2-40B4-BE49-F238E27FC236}">
                    <a16:creationId xmlns:a16="http://schemas.microsoft.com/office/drawing/2014/main" id="{49775266-C9EC-8DE1-A4D7-6D286EF9E0B1}"/>
                  </a:ext>
                </a:extLst>
              </p:cNvPr>
              <p:cNvSpPr/>
              <p:nvPr userDrawn="1"/>
            </p:nvSpPr>
            <p:spPr>
              <a:xfrm>
                <a:off x="656675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38" name="Овал 137">
                <a:extLst>
                  <a:ext uri="{FF2B5EF4-FFF2-40B4-BE49-F238E27FC236}">
                    <a16:creationId xmlns:a16="http://schemas.microsoft.com/office/drawing/2014/main" id="{42D19CAE-57BB-4854-1D92-36BE072865DE}"/>
                  </a:ext>
                </a:extLst>
              </p:cNvPr>
              <p:cNvSpPr/>
              <p:nvPr userDrawn="1"/>
            </p:nvSpPr>
            <p:spPr>
              <a:xfrm>
                <a:off x="729669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39" name="Овал 138">
                <a:extLst>
                  <a:ext uri="{FF2B5EF4-FFF2-40B4-BE49-F238E27FC236}">
                    <a16:creationId xmlns:a16="http://schemas.microsoft.com/office/drawing/2014/main" id="{62BB8C15-D83F-7670-BD76-F53B23601D2F}"/>
                  </a:ext>
                </a:extLst>
              </p:cNvPr>
              <p:cNvSpPr/>
              <p:nvPr userDrawn="1"/>
            </p:nvSpPr>
            <p:spPr>
              <a:xfrm>
                <a:off x="802663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40" name="Овал 139">
                <a:extLst>
                  <a:ext uri="{FF2B5EF4-FFF2-40B4-BE49-F238E27FC236}">
                    <a16:creationId xmlns:a16="http://schemas.microsoft.com/office/drawing/2014/main" id="{B9744941-A65D-06AF-4B5B-C1AE7235F57C}"/>
                  </a:ext>
                </a:extLst>
              </p:cNvPr>
              <p:cNvSpPr/>
              <p:nvPr userDrawn="1"/>
            </p:nvSpPr>
            <p:spPr>
              <a:xfrm>
                <a:off x="875657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  <p:grpSp>
          <p:nvGrpSpPr>
            <p:cNvPr id="141" name="Группа 140">
              <a:extLst>
                <a:ext uri="{FF2B5EF4-FFF2-40B4-BE49-F238E27FC236}">
                  <a16:creationId xmlns:a16="http://schemas.microsoft.com/office/drawing/2014/main" id="{A649E183-0FF2-4E88-6014-142539524DC7}"/>
                </a:ext>
              </a:extLst>
            </p:cNvPr>
            <p:cNvGrpSpPr/>
            <p:nvPr userDrawn="1"/>
          </p:nvGrpSpPr>
          <p:grpSpPr>
            <a:xfrm>
              <a:off x="731520" y="2777673"/>
              <a:ext cx="8075850" cy="50800"/>
              <a:chOff x="731520" y="670560"/>
              <a:chExt cx="8075850" cy="50800"/>
            </a:xfrm>
            <a:grpFill/>
          </p:grpSpPr>
          <p:sp>
            <p:nvSpPr>
              <p:cNvPr id="142" name="Овал 141">
                <a:extLst>
                  <a:ext uri="{FF2B5EF4-FFF2-40B4-BE49-F238E27FC236}">
                    <a16:creationId xmlns:a16="http://schemas.microsoft.com/office/drawing/2014/main" id="{6191C992-6ED6-581A-33B1-01A3636D04EC}"/>
                  </a:ext>
                </a:extLst>
              </p:cNvPr>
              <p:cNvSpPr/>
              <p:nvPr userDrawn="1"/>
            </p:nvSpPr>
            <p:spPr>
              <a:xfrm>
                <a:off x="73152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43" name="Овал 142">
                <a:extLst>
                  <a:ext uri="{FF2B5EF4-FFF2-40B4-BE49-F238E27FC236}">
                    <a16:creationId xmlns:a16="http://schemas.microsoft.com/office/drawing/2014/main" id="{91C0EEC8-E50D-3CDE-60B1-B5B5FCD5F1FD}"/>
                  </a:ext>
                </a:extLst>
              </p:cNvPr>
              <p:cNvSpPr/>
              <p:nvPr userDrawn="1"/>
            </p:nvSpPr>
            <p:spPr>
              <a:xfrm>
                <a:off x="145717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44" name="Овал 143">
                <a:extLst>
                  <a:ext uri="{FF2B5EF4-FFF2-40B4-BE49-F238E27FC236}">
                    <a16:creationId xmlns:a16="http://schemas.microsoft.com/office/drawing/2014/main" id="{A8876C72-3CEB-C31C-7EAC-9112AA39AE20}"/>
                  </a:ext>
                </a:extLst>
              </p:cNvPr>
              <p:cNvSpPr/>
              <p:nvPr userDrawn="1"/>
            </p:nvSpPr>
            <p:spPr>
              <a:xfrm>
                <a:off x="218711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45" name="Овал 144">
                <a:extLst>
                  <a:ext uri="{FF2B5EF4-FFF2-40B4-BE49-F238E27FC236}">
                    <a16:creationId xmlns:a16="http://schemas.microsoft.com/office/drawing/2014/main" id="{0ED34D4C-C30D-2686-97AD-378F0A6A0ED6}"/>
                  </a:ext>
                </a:extLst>
              </p:cNvPr>
              <p:cNvSpPr/>
              <p:nvPr userDrawn="1"/>
            </p:nvSpPr>
            <p:spPr>
              <a:xfrm>
                <a:off x="291705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46" name="Овал 145">
                <a:extLst>
                  <a:ext uri="{FF2B5EF4-FFF2-40B4-BE49-F238E27FC236}">
                    <a16:creationId xmlns:a16="http://schemas.microsoft.com/office/drawing/2014/main" id="{2659F737-A2AD-A3BF-2E7F-246ECB6904CF}"/>
                  </a:ext>
                </a:extLst>
              </p:cNvPr>
              <p:cNvSpPr/>
              <p:nvPr userDrawn="1"/>
            </p:nvSpPr>
            <p:spPr>
              <a:xfrm>
                <a:off x="364699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47" name="Овал 146">
                <a:extLst>
                  <a:ext uri="{FF2B5EF4-FFF2-40B4-BE49-F238E27FC236}">
                    <a16:creationId xmlns:a16="http://schemas.microsoft.com/office/drawing/2014/main" id="{C27AB7A2-DAF9-5632-BF1C-98BD0ED7BCBB}"/>
                  </a:ext>
                </a:extLst>
              </p:cNvPr>
              <p:cNvSpPr/>
              <p:nvPr userDrawn="1"/>
            </p:nvSpPr>
            <p:spPr>
              <a:xfrm>
                <a:off x="437693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48" name="Овал 147">
                <a:extLst>
                  <a:ext uri="{FF2B5EF4-FFF2-40B4-BE49-F238E27FC236}">
                    <a16:creationId xmlns:a16="http://schemas.microsoft.com/office/drawing/2014/main" id="{F6A856ED-B375-CC83-E5FE-21EBF5AA7BAD}"/>
                  </a:ext>
                </a:extLst>
              </p:cNvPr>
              <p:cNvSpPr/>
              <p:nvPr userDrawn="1"/>
            </p:nvSpPr>
            <p:spPr>
              <a:xfrm>
                <a:off x="510687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49" name="Овал 148">
                <a:extLst>
                  <a:ext uri="{FF2B5EF4-FFF2-40B4-BE49-F238E27FC236}">
                    <a16:creationId xmlns:a16="http://schemas.microsoft.com/office/drawing/2014/main" id="{7F121378-FF11-27B5-EB2E-82A926AB22B1}"/>
                  </a:ext>
                </a:extLst>
              </p:cNvPr>
              <p:cNvSpPr/>
              <p:nvPr userDrawn="1"/>
            </p:nvSpPr>
            <p:spPr>
              <a:xfrm>
                <a:off x="583681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50" name="Овал 149">
                <a:extLst>
                  <a:ext uri="{FF2B5EF4-FFF2-40B4-BE49-F238E27FC236}">
                    <a16:creationId xmlns:a16="http://schemas.microsoft.com/office/drawing/2014/main" id="{449830E8-1416-1B12-C8FA-F88F0C18C106}"/>
                  </a:ext>
                </a:extLst>
              </p:cNvPr>
              <p:cNvSpPr/>
              <p:nvPr userDrawn="1"/>
            </p:nvSpPr>
            <p:spPr>
              <a:xfrm>
                <a:off x="656675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51" name="Овал 150">
                <a:extLst>
                  <a:ext uri="{FF2B5EF4-FFF2-40B4-BE49-F238E27FC236}">
                    <a16:creationId xmlns:a16="http://schemas.microsoft.com/office/drawing/2014/main" id="{5496E25D-0B89-0C18-0F12-CA04904CF87D}"/>
                  </a:ext>
                </a:extLst>
              </p:cNvPr>
              <p:cNvSpPr/>
              <p:nvPr userDrawn="1"/>
            </p:nvSpPr>
            <p:spPr>
              <a:xfrm>
                <a:off x="729669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52" name="Овал 151">
                <a:extLst>
                  <a:ext uri="{FF2B5EF4-FFF2-40B4-BE49-F238E27FC236}">
                    <a16:creationId xmlns:a16="http://schemas.microsoft.com/office/drawing/2014/main" id="{CFFFC7D4-3465-4011-7BDF-C5575B4A3ADD}"/>
                  </a:ext>
                </a:extLst>
              </p:cNvPr>
              <p:cNvSpPr/>
              <p:nvPr userDrawn="1"/>
            </p:nvSpPr>
            <p:spPr>
              <a:xfrm>
                <a:off x="802663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53" name="Овал 152">
                <a:extLst>
                  <a:ext uri="{FF2B5EF4-FFF2-40B4-BE49-F238E27FC236}">
                    <a16:creationId xmlns:a16="http://schemas.microsoft.com/office/drawing/2014/main" id="{7483F722-AED6-CECE-9C31-EE7F82E8FEED}"/>
                  </a:ext>
                </a:extLst>
              </p:cNvPr>
              <p:cNvSpPr/>
              <p:nvPr userDrawn="1"/>
            </p:nvSpPr>
            <p:spPr>
              <a:xfrm>
                <a:off x="875657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  <p:grpSp>
          <p:nvGrpSpPr>
            <p:cNvPr id="154" name="Группа 153">
              <a:extLst>
                <a:ext uri="{FF2B5EF4-FFF2-40B4-BE49-F238E27FC236}">
                  <a16:creationId xmlns:a16="http://schemas.microsoft.com/office/drawing/2014/main" id="{43D81B9B-DBCC-0EC3-10E2-85ACE27D5D6E}"/>
                </a:ext>
              </a:extLst>
            </p:cNvPr>
            <p:cNvGrpSpPr/>
            <p:nvPr userDrawn="1"/>
          </p:nvGrpSpPr>
          <p:grpSpPr>
            <a:xfrm>
              <a:off x="731520" y="3475802"/>
              <a:ext cx="8075850" cy="50800"/>
              <a:chOff x="731520" y="670560"/>
              <a:chExt cx="8075850" cy="50800"/>
            </a:xfrm>
            <a:grpFill/>
          </p:grpSpPr>
          <p:sp>
            <p:nvSpPr>
              <p:cNvPr id="155" name="Овал 154">
                <a:extLst>
                  <a:ext uri="{FF2B5EF4-FFF2-40B4-BE49-F238E27FC236}">
                    <a16:creationId xmlns:a16="http://schemas.microsoft.com/office/drawing/2014/main" id="{9BCC341E-7FC9-F2CB-FC9C-EB760B6DF402}"/>
                  </a:ext>
                </a:extLst>
              </p:cNvPr>
              <p:cNvSpPr/>
              <p:nvPr userDrawn="1"/>
            </p:nvSpPr>
            <p:spPr>
              <a:xfrm>
                <a:off x="73152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57" name="Овал 156">
                <a:extLst>
                  <a:ext uri="{FF2B5EF4-FFF2-40B4-BE49-F238E27FC236}">
                    <a16:creationId xmlns:a16="http://schemas.microsoft.com/office/drawing/2014/main" id="{31339C42-4E4A-FB13-193F-06D66A787F7C}"/>
                  </a:ext>
                </a:extLst>
              </p:cNvPr>
              <p:cNvSpPr/>
              <p:nvPr userDrawn="1"/>
            </p:nvSpPr>
            <p:spPr>
              <a:xfrm>
                <a:off x="145717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58" name="Овал 157">
                <a:extLst>
                  <a:ext uri="{FF2B5EF4-FFF2-40B4-BE49-F238E27FC236}">
                    <a16:creationId xmlns:a16="http://schemas.microsoft.com/office/drawing/2014/main" id="{B919E6AC-48D0-B9AA-0EC0-7E3573463877}"/>
                  </a:ext>
                </a:extLst>
              </p:cNvPr>
              <p:cNvSpPr/>
              <p:nvPr userDrawn="1"/>
            </p:nvSpPr>
            <p:spPr>
              <a:xfrm>
                <a:off x="218711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59" name="Овал 158">
                <a:extLst>
                  <a:ext uri="{FF2B5EF4-FFF2-40B4-BE49-F238E27FC236}">
                    <a16:creationId xmlns:a16="http://schemas.microsoft.com/office/drawing/2014/main" id="{8979A6BD-8964-6AF7-C8A2-5E2739122EB5}"/>
                  </a:ext>
                </a:extLst>
              </p:cNvPr>
              <p:cNvSpPr/>
              <p:nvPr userDrawn="1"/>
            </p:nvSpPr>
            <p:spPr>
              <a:xfrm>
                <a:off x="291705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60" name="Овал 159">
                <a:extLst>
                  <a:ext uri="{FF2B5EF4-FFF2-40B4-BE49-F238E27FC236}">
                    <a16:creationId xmlns:a16="http://schemas.microsoft.com/office/drawing/2014/main" id="{B42B1C1A-33AA-0AA5-5504-2CD983DBE9E6}"/>
                  </a:ext>
                </a:extLst>
              </p:cNvPr>
              <p:cNvSpPr/>
              <p:nvPr userDrawn="1"/>
            </p:nvSpPr>
            <p:spPr>
              <a:xfrm>
                <a:off x="364699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61" name="Овал 160">
                <a:extLst>
                  <a:ext uri="{FF2B5EF4-FFF2-40B4-BE49-F238E27FC236}">
                    <a16:creationId xmlns:a16="http://schemas.microsoft.com/office/drawing/2014/main" id="{A3A388B0-8A41-8CB5-CD62-EA1EC38B9B62}"/>
                  </a:ext>
                </a:extLst>
              </p:cNvPr>
              <p:cNvSpPr/>
              <p:nvPr userDrawn="1"/>
            </p:nvSpPr>
            <p:spPr>
              <a:xfrm>
                <a:off x="437693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62" name="Овал 161">
                <a:extLst>
                  <a:ext uri="{FF2B5EF4-FFF2-40B4-BE49-F238E27FC236}">
                    <a16:creationId xmlns:a16="http://schemas.microsoft.com/office/drawing/2014/main" id="{E0573775-4755-377B-89AD-B07C21E27F93}"/>
                  </a:ext>
                </a:extLst>
              </p:cNvPr>
              <p:cNvSpPr/>
              <p:nvPr userDrawn="1"/>
            </p:nvSpPr>
            <p:spPr>
              <a:xfrm>
                <a:off x="510687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63" name="Овал 162">
                <a:extLst>
                  <a:ext uri="{FF2B5EF4-FFF2-40B4-BE49-F238E27FC236}">
                    <a16:creationId xmlns:a16="http://schemas.microsoft.com/office/drawing/2014/main" id="{620389AF-8996-E24E-C669-417B72D54D56}"/>
                  </a:ext>
                </a:extLst>
              </p:cNvPr>
              <p:cNvSpPr/>
              <p:nvPr userDrawn="1"/>
            </p:nvSpPr>
            <p:spPr>
              <a:xfrm>
                <a:off x="583681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64" name="Овал 163">
                <a:extLst>
                  <a:ext uri="{FF2B5EF4-FFF2-40B4-BE49-F238E27FC236}">
                    <a16:creationId xmlns:a16="http://schemas.microsoft.com/office/drawing/2014/main" id="{DF965211-8D62-DAF4-AD30-FF911CD2E6E9}"/>
                  </a:ext>
                </a:extLst>
              </p:cNvPr>
              <p:cNvSpPr/>
              <p:nvPr userDrawn="1"/>
            </p:nvSpPr>
            <p:spPr>
              <a:xfrm>
                <a:off x="656675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65" name="Овал 164">
                <a:extLst>
                  <a:ext uri="{FF2B5EF4-FFF2-40B4-BE49-F238E27FC236}">
                    <a16:creationId xmlns:a16="http://schemas.microsoft.com/office/drawing/2014/main" id="{47C5C140-6AC7-4267-C005-55DDDE5020C7}"/>
                  </a:ext>
                </a:extLst>
              </p:cNvPr>
              <p:cNvSpPr/>
              <p:nvPr userDrawn="1"/>
            </p:nvSpPr>
            <p:spPr>
              <a:xfrm>
                <a:off x="729669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66" name="Овал 165">
                <a:extLst>
                  <a:ext uri="{FF2B5EF4-FFF2-40B4-BE49-F238E27FC236}">
                    <a16:creationId xmlns:a16="http://schemas.microsoft.com/office/drawing/2014/main" id="{B47E6D64-B7A2-E1BA-3856-36770A66972C}"/>
                  </a:ext>
                </a:extLst>
              </p:cNvPr>
              <p:cNvSpPr/>
              <p:nvPr userDrawn="1"/>
            </p:nvSpPr>
            <p:spPr>
              <a:xfrm>
                <a:off x="802663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67" name="Овал 166">
                <a:extLst>
                  <a:ext uri="{FF2B5EF4-FFF2-40B4-BE49-F238E27FC236}">
                    <a16:creationId xmlns:a16="http://schemas.microsoft.com/office/drawing/2014/main" id="{C68E983A-A327-1733-4A0F-D1B346416557}"/>
                  </a:ext>
                </a:extLst>
              </p:cNvPr>
              <p:cNvSpPr/>
              <p:nvPr userDrawn="1"/>
            </p:nvSpPr>
            <p:spPr>
              <a:xfrm>
                <a:off x="875657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  <p:grpSp>
          <p:nvGrpSpPr>
            <p:cNvPr id="168" name="Группа 167">
              <a:extLst>
                <a:ext uri="{FF2B5EF4-FFF2-40B4-BE49-F238E27FC236}">
                  <a16:creationId xmlns:a16="http://schemas.microsoft.com/office/drawing/2014/main" id="{6BF08605-6B40-032D-D876-2FC35B1C6EFF}"/>
                </a:ext>
              </a:extLst>
            </p:cNvPr>
            <p:cNvGrpSpPr/>
            <p:nvPr userDrawn="1"/>
          </p:nvGrpSpPr>
          <p:grpSpPr>
            <a:xfrm>
              <a:off x="731520" y="4179065"/>
              <a:ext cx="8075850" cy="50800"/>
              <a:chOff x="731520" y="670560"/>
              <a:chExt cx="8075850" cy="50800"/>
            </a:xfrm>
            <a:grpFill/>
          </p:grpSpPr>
          <p:sp>
            <p:nvSpPr>
              <p:cNvPr id="169" name="Овал 168">
                <a:extLst>
                  <a:ext uri="{FF2B5EF4-FFF2-40B4-BE49-F238E27FC236}">
                    <a16:creationId xmlns:a16="http://schemas.microsoft.com/office/drawing/2014/main" id="{29FB61B4-6F35-DB33-F301-CCC9A3BA1D4A}"/>
                  </a:ext>
                </a:extLst>
              </p:cNvPr>
              <p:cNvSpPr/>
              <p:nvPr userDrawn="1"/>
            </p:nvSpPr>
            <p:spPr>
              <a:xfrm>
                <a:off x="73152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70" name="Овал 169">
                <a:extLst>
                  <a:ext uri="{FF2B5EF4-FFF2-40B4-BE49-F238E27FC236}">
                    <a16:creationId xmlns:a16="http://schemas.microsoft.com/office/drawing/2014/main" id="{5261B2A0-2F94-9EF7-D3D6-08F00AB1FF75}"/>
                  </a:ext>
                </a:extLst>
              </p:cNvPr>
              <p:cNvSpPr/>
              <p:nvPr userDrawn="1"/>
            </p:nvSpPr>
            <p:spPr>
              <a:xfrm>
                <a:off x="145717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71" name="Овал 170">
                <a:extLst>
                  <a:ext uri="{FF2B5EF4-FFF2-40B4-BE49-F238E27FC236}">
                    <a16:creationId xmlns:a16="http://schemas.microsoft.com/office/drawing/2014/main" id="{7E4E31D5-65D0-3366-74B9-72F715BC01C0}"/>
                  </a:ext>
                </a:extLst>
              </p:cNvPr>
              <p:cNvSpPr/>
              <p:nvPr userDrawn="1"/>
            </p:nvSpPr>
            <p:spPr>
              <a:xfrm>
                <a:off x="218711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72" name="Овал 171">
                <a:extLst>
                  <a:ext uri="{FF2B5EF4-FFF2-40B4-BE49-F238E27FC236}">
                    <a16:creationId xmlns:a16="http://schemas.microsoft.com/office/drawing/2014/main" id="{92A44E3F-CFE2-7FAB-CCE2-B4C5A330B491}"/>
                  </a:ext>
                </a:extLst>
              </p:cNvPr>
              <p:cNvSpPr/>
              <p:nvPr userDrawn="1"/>
            </p:nvSpPr>
            <p:spPr>
              <a:xfrm>
                <a:off x="291705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73" name="Овал 172">
                <a:extLst>
                  <a:ext uri="{FF2B5EF4-FFF2-40B4-BE49-F238E27FC236}">
                    <a16:creationId xmlns:a16="http://schemas.microsoft.com/office/drawing/2014/main" id="{052436BD-1294-F690-EDDD-FF8CD5F47DC3}"/>
                  </a:ext>
                </a:extLst>
              </p:cNvPr>
              <p:cNvSpPr/>
              <p:nvPr userDrawn="1"/>
            </p:nvSpPr>
            <p:spPr>
              <a:xfrm>
                <a:off x="364699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74" name="Овал 173">
                <a:extLst>
                  <a:ext uri="{FF2B5EF4-FFF2-40B4-BE49-F238E27FC236}">
                    <a16:creationId xmlns:a16="http://schemas.microsoft.com/office/drawing/2014/main" id="{032827D9-5568-108B-6414-CF321B09E823}"/>
                  </a:ext>
                </a:extLst>
              </p:cNvPr>
              <p:cNvSpPr/>
              <p:nvPr userDrawn="1"/>
            </p:nvSpPr>
            <p:spPr>
              <a:xfrm>
                <a:off x="437693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75" name="Овал 174">
                <a:extLst>
                  <a:ext uri="{FF2B5EF4-FFF2-40B4-BE49-F238E27FC236}">
                    <a16:creationId xmlns:a16="http://schemas.microsoft.com/office/drawing/2014/main" id="{4707B77D-7912-92EB-3477-DBEB542F07A1}"/>
                  </a:ext>
                </a:extLst>
              </p:cNvPr>
              <p:cNvSpPr/>
              <p:nvPr userDrawn="1"/>
            </p:nvSpPr>
            <p:spPr>
              <a:xfrm>
                <a:off x="510687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76" name="Овал 175">
                <a:extLst>
                  <a:ext uri="{FF2B5EF4-FFF2-40B4-BE49-F238E27FC236}">
                    <a16:creationId xmlns:a16="http://schemas.microsoft.com/office/drawing/2014/main" id="{008ABBCF-B97A-33DF-D03D-CDB0CBBC3CC9}"/>
                  </a:ext>
                </a:extLst>
              </p:cNvPr>
              <p:cNvSpPr/>
              <p:nvPr userDrawn="1"/>
            </p:nvSpPr>
            <p:spPr>
              <a:xfrm>
                <a:off x="583681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77" name="Овал 176">
                <a:extLst>
                  <a:ext uri="{FF2B5EF4-FFF2-40B4-BE49-F238E27FC236}">
                    <a16:creationId xmlns:a16="http://schemas.microsoft.com/office/drawing/2014/main" id="{3D9C1546-19E1-E379-B9A5-E0D9DE429B46}"/>
                  </a:ext>
                </a:extLst>
              </p:cNvPr>
              <p:cNvSpPr/>
              <p:nvPr userDrawn="1"/>
            </p:nvSpPr>
            <p:spPr>
              <a:xfrm>
                <a:off x="656675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78" name="Овал 177">
                <a:extLst>
                  <a:ext uri="{FF2B5EF4-FFF2-40B4-BE49-F238E27FC236}">
                    <a16:creationId xmlns:a16="http://schemas.microsoft.com/office/drawing/2014/main" id="{860709F4-8040-FA75-9CBD-EAEFEB783391}"/>
                  </a:ext>
                </a:extLst>
              </p:cNvPr>
              <p:cNvSpPr/>
              <p:nvPr userDrawn="1"/>
            </p:nvSpPr>
            <p:spPr>
              <a:xfrm>
                <a:off x="729669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79" name="Овал 178">
                <a:extLst>
                  <a:ext uri="{FF2B5EF4-FFF2-40B4-BE49-F238E27FC236}">
                    <a16:creationId xmlns:a16="http://schemas.microsoft.com/office/drawing/2014/main" id="{3113EBDF-C2DD-AB54-F319-488257E0AF91}"/>
                  </a:ext>
                </a:extLst>
              </p:cNvPr>
              <p:cNvSpPr/>
              <p:nvPr userDrawn="1"/>
            </p:nvSpPr>
            <p:spPr>
              <a:xfrm>
                <a:off x="802663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80" name="Овал 179">
                <a:extLst>
                  <a:ext uri="{FF2B5EF4-FFF2-40B4-BE49-F238E27FC236}">
                    <a16:creationId xmlns:a16="http://schemas.microsoft.com/office/drawing/2014/main" id="{6DFA5CA6-AC4F-F1E5-0FB0-75E96F43C76F}"/>
                  </a:ext>
                </a:extLst>
              </p:cNvPr>
              <p:cNvSpPr/>
              <p:nvPr userDrawn="1"/>
            </p:nvSpPr>
            <p:spPr>
              <a:xfrm>
                <a:off x="875657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9980088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4" r:id="rId2"/>
    <p:sldLayoutId id="2147483662" r:id="rId3"/>
    <p:sldLayoutId id="2147483665" r:id="rId4"/>
    <p:sldLayoutId id="2147483663" r:id="rId5"/>
    <p:sldLayoutId id="2147483661" r:id="rId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jpg"/><Relationship Id="rId4" Type="http://schemas.openxmlformats.org/officeDocument/2006/relationships/image" Target="../media/image4.png"/><Relationship Id="rId5" Type="http://schemas.openxmlformats.org/officeDocument/2006/relationships/image" Target="../media/image8.svg"/><Relationship Id="rId6" Type="http://schemas.openxmlformats.org/officeDocument/2006/relationships/image" Target="../media/image5.png"/><Relationship Id="rId7" Type="http://schemas.openxmlformats.org/officeDocument/2006/relationships/image" Target="../media/image10.svg"/><Relationship Id="rId8" Type="http://schemas.openxmlformats.org/officeDocument/2006/relationships/image" Target="../media/image1.png"/><Relationship Id="rId9" Type="http://schemas.openxmlformats.org/officeDocument/2006/relationships/image" Target="../media/image5.sv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12.svg"/><Relationship Id="rId5" Type="http://schemas.openxmlformats.org/officeDocument/2006/relationships/image" Target="../media/image7.jpeg"/><Relationship Id="rId6" Type="http://schemas.openxmlformats.org/officeDocument/2006/relationships/image" Target="../media/image8.png"/><Relationship Id="rId7" Type="http://schemas.openxmlformats.org/officeDocument/2006/relationships/image" Target="../media/image15.svg"/><Relationship Id="rId8" Type="http://schemas.openxmlformats.org/officeDocument/2006/relationships/image" Target="../media/image9.jpeg"/><Relationship Id="rId9" Type="http://schemas.openxmlformats.org/officeDocument/2006/relationships/image" Target="../media/image10.png"/><Relationship Id="rId10" Type="http://schemas.openxmlformats.org/officeDocument/2006/relationships/image" Target="../media/image18.svg"/><Relationship Id="rId11" Type="http://schemas.openxmlformats.org/officeDocument/2006/relationships/image" Target="../media/image11.png"/><Relationship Id="rId12" Type="http://schemas.openxmlformats.org/officeDocument/2006/relationships/image" Target="../media/image12.jpe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3.png"/><Relationship Id="rId4" Type="http://schemas.openxmlformats.org/officeDocument/2006/relationships/image" Target="../media/image22.sv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Relationship Id="rId3" Type="http://schemas.openxmlformats.org/officeDocument/2006/relationships/chart" Target="../charts/chart1.xml"/><Relationship Id="rId4" Type="http://schemas.openxmlformats.org/officeDocument/2006/relationships/image" Target="../media/image2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5437C70-91F4-BF6D-1112-763A1E71470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5545"/>
            <a:ext cx="9130709" cy="5137955"/>
          </a:xfrm>
          <a:prstGeom prst="rect">
            <a:avLst/>
          </a:prstGeom>
        </p:spPr>
      </p:pic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0156EAC4-C678-AF8A-3B2B-E0AFE1BF0AC9}"/>
              </a:ext>
            </a:extLst>
          </p:cNvPr>
          <p:cNvSpPr/>
          <p:nvPr/>
        </p:nvSpPr>
        <p:spPr>
          <a:xfrm>
            <a:off x="-33980" y="-5545"/>
            <a:ext cx="9177980" cy="5143500"/>
          </a:xfrm>
          <a:prstGeom prst="rect">
            <a:avLst/>
          </a:prstGeom>
          <a:gradFill>
            <a:gsLst>
              <a:gs pos="866">
                <a:srgbClr val="0C056D">
                  <a:alpha val="82000"/>
                </a:srgbClr>
              </a:gs>
              <a:gs pos="28000">
                <a:srgbClr val="0C056D">
                  <a:alpha val="82000"/>
                </a:srgbClr>
              </a:gs>
              <a:gs pos="100000">
                <a:srgbClr val="590D82"/>
              </a:gs>
              <a:gs pos="70000">
                <a:srgbClr val="590D82">
                  <a:alpha val="68000"/>
                </a:srgb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Овал 1">
            <a:extLst>
              <a:ext uri="{FF2B5EF4-FFF2-40B4-BE49-F238E27FC236}">
                <a16:creationId xmlns:a16="http://schemas.microsoft.com/office/drawing/2014/main" id="{94AF3E13-9D35-BFD0-46B5-58B111E92D17}"/>
              </a:ext>
            </a:extLst>
          </p:cNvPr>
          <p:cNvSpPr/>
          <p:nvPr/>
        </p:nvSpPr>
        <p:spPr>
          <a:xfrm>
            <a:off x="-14387333" y="-3608740"/>
            <a:ext cx="11285318" cy="3352847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softEdge rad="9652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357EEAF-D5D9-FC6B-5319-BF6C7EC55159}"/>
              </a:ext>
            </a:extLst>
          </p:cNvPr>
          <p:cNvSpPr txBox="1"/>
          <p:nvPr/>
        </p:nvSpPr>
        <p:spPr>
          <a:xfrm>
            <a:off x="563879" y="3383280"/>
            <a:ext cx="4796986" cy="1371600"/>
          </a:xfrm>
          <a:prstGeom prst="rect">
            <a:avLst/>
          </a:prstGeom>
          <a:noFill/>
        </p:spPr>
        <p:txBody>
          <a:bodyPr wrap="square" numCol="2">
            <a:noAutofit/>
          </a:bodyPr>
          <a:lstStyle/>
          <a:p>
            <a:pPr marL="0" marR="0" lvl="0" indent="0" rtl="0" algn="l">
              <a:spcBef>
                <a:spcPts val="0"/>
              </a:spcBef>
              <a:spcAft>
                <a:spcPts val="0"/>
              </a:spcAft>
              <a:buNone/>
              <a:defRPr sz="1000" b="0">
                <a:solidFill>
                  <a:srgbClr val="FFFFFF"/>
                </a:solidFill>
                <a:latin typeface="Calibri"/>
              </a:defRPr>
            </a:pPr>
            <a:r>
              <a:t>1. Иванов Александр Сергеевич (Тимлид, ML-инженер)</a:t>
            </a:r>
            <a:br/>
            <a:r>
              <a:t>2. Петров Максим Дмитриевич (Data Scientist, Аналитик)</a:t>
            </a:r>
            <a:br/>
            <a:r>
              <a:t>3. Смирнов Андрей Викторович (Архитектор решений, MLOps)</a:t>
            </a:r>
            <a:br/>
            <a:r>
              <a:t>4. Кузнецов Денис Павлович (Инженер-исследователь)</a:t>
            </a:r>
          </a:p>
          <a:p/>
          <a:p/>
          <a:p/>
          <a:p/>
          <a:p/>
          <a:p/>
          <a:p/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BF684399-347D-D2C3-2191-BF1F5D48C5E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6748936" y="233660"/>
            <a:ext cx="1067132" cy="718070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3AC8DB41-D7A0-D2AE-952E-B519D5CCA06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xmlns="" r:embed="rId7"/>
              </a:ext>
            </a:extLst>
          </a:blip>
          <a:stretch>
            <a:fillRect/>
          </a:stretch>
        </p:blipFill>
        <p:spPr>
          <a:xfrm>
            <a:off x="7925888" y="299481"/>
            <a:ext cx="743391" cy="625282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60F6F860-B84B-FBE1-B35D-B6FAF0CFDEB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xmlns="" r:embed="rId9"/>
              </a:ext>
            </a:extLst>
          </a:blip>
          <a:stretch>
            <a:fillRect/>
          </a:stretch>
        </p:blipFill>
        <p:spPr>
          <a:xfrm>
            <a:off x="402853" y="296524"/>
            <a:ext cx="2341886" cy="54192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E7D291F-C07F-E1CC-20E3-3334643AEECE}"/>
              </a:ext>
            </a:extLst>
          </p:cNvPr>
          <p:cNvSpPr txBox="1"/>
          <p:nvPr/>
        </p:nvSpPr>
        <p:spPr>
          <a:xfrm>
            <a:off x="402853" y="1142675"/>
            <a:ext cx="8266426" cy="10895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100" b="1">
                <a:solidFill>
                  <a:srgbClr val="FFFFFF"/>
                </a:solidFill>
                <a:latin typeface="Calibri"/>
              </a:defRPr>
            </a:pPr>
            <a:r>
              <a:t>Команда «АгроИнтеллект»</a:t>
            </a:r>
            <a:br/>
            <a:r>
              <a:t>Кейс «Цифровой агроном: прогноз урожайности с помощью ИИ»</a:t>
            </a:r>
          </a:p>
        </p:txBody>
      </p:sp>
      <p:sp>
        <p:nvSpPr>
          <p:cNvPr id="9" name="Овал 8">
            <a:extLst>
              <a:ext uri="{FF2B5EF4-FFF2-40B4-BE49-F238E27FC236}">
                <a16:creationId xmlns:a16="http://schemas.microsoft.com/office/drawing/2014/main" id="{DE02EFDD-3796-9B11-2920-4AF6298F2606}"/>
              </a:ext>
            </a:extLst>
          </p:cNvPr>
          <p:cNvSpPr/>
          <p:nvPr/>
        </p:nvSpPr>
        <p:spPr>
          <a:xfrm>
            <a:off x="-8052085" y="-2359063"/>
            <a:ext cx="8707477" cy="1255963"/>
          </a:xfrm>
          <a:prstGeom prst="ellipse">
            <a:avLst/>
          </a:prstGeom>
          <a:solidFill>
            <a:srgbClr val="B61AAE"/>
          </a:solidFill>
          <a:ln>
            <a:noFill/>
          </a:ln>
          <a:effectLst>
            <a:softEdge rad="3810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C035A0D-0E02-86EB-1264-BF52F7F4E0F9}"/>
              </a:ext>
            </a:extLst>
          </p:cNvPr>
          <p:cNvSpPr txBox="1"/>
          <p:nvPr/>
        </p:nvSpPr>
        <p:spPr>
          <a:xfrm>
            <a:off x="6313902" y="3383280"/>
            <a:ext cx="2185119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rtl="0" algn="l">
              <a:spcBef>
                <a:spcPts val="0"/>
              </a:spcBef>
              <a:spcAft>
                <a:spcPts val="0"/>
              </a:spcAft>
              <a:buNone/>
              <a:defRPr sz="1000" b="0">
                <a:solidFill>
                  <a:srgbClr val="FFFFFF"/>
                </a:solidFill>
                <a:latin typeface="Calibri"/>
              </a:defRPr>
            </a:pPr>
            <a:r>
              <a:t>Соколов Михаил Юрьевич,</a:t>
            </a:r>
            <a:br/>
            <a:r>
              <a:t>к.т.н., эксперт по прикладному анализу данных и машинному обучению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21" name="Группа 20">
            <a:extLst>
              <a:ext uri="{FF2B5EF4-FFF2-40B4-BE49-F238E27FC236}">
                <a16:creationId xmlns:a16="http://schemas.microsoft.com/office/drawing/2014/main" id="{1BE21E1F-9A3E-143F-8041-658057D39114}"/>
              </a:ext>
            </a:extLst>
          </p:cNvPr>
          <p:cNvGrpSpPr/>
          <p:nvPr/>
        </p:nvGrpSpPr>
        <p:grpSpPr>
          <a:xfrm>
            <a:off x="303478" y="2420275"/>
            <a:ext cx="5631957" cy="709522"/>
            <a:chOff x="579120" y="2415540"/>
            <a:chExt cx="5273040" cy="709522"/>
          </a:xfrm>
        </p:grpSpPr>
        <p:sp>
          <p:nvSpPr>
            <p:cNvPr id="19" name="Прямоугольник: скругленные углы 18">
              <a:extLst>
                <a:ext uri="{FF2B5EF4-FFF2-40B4-BE49-F238E27FC236}">
                  <a16:creationId xmlns:a16="http://schemas.microsoft.com/office/drawing/2014/main" id="{F377CD16-1CAA-39BF-1D78-5CA59E7FEA67}"/>
                </a:ext>
              </a:extLst>
            </p:cNvPr>
            <p:cNvSpPr/>
            <p:nvPr/>
          </p:nvSpPr>
          <p:spPr>
            <a:xfrm>
              <a:off x="579120" y="2415540"/>
              <a:ext cx="5273040" cy="709522"/>
            </a:xfrm>
            <a:prstGeom prst="roundRect">
              <a:avLst>
                <a:gd name="adj" fmla="val 50000"/>
              </a:avLst>
            </a:prstGeom>
            <a:solidFill>
              <a:srgbClr val="F25D9C"/>
            </a:solidFill>
            <a:ln>
              <a:noFill/>
            </a:ln>
            <a:effectLst>
              <a:softEdge rad="12700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0" name="Прямоугольник: скругленные углы 19">
              <a:extLst>
                <a:ext uri="{FF2B5EF4-FFF2-40B4-BE49-F238E27FC236}">
                  <a16:creationId xmlns:a16="http://schemas.microsoft.com/office/drawing/2014/main" id="{392008AD-338D-2A39-D783-05EA9BF6695E}"/>
                </a:ext>
              </a:extLst>
            </p:cNvPr>
            <p:cNvSpPr/>
            <p:nvPr/>
          </p:nvSpPr>
          <p:spPr>
            <a:xfrm>
              <a:off x="740146" y="2571750"/>
              <a:ext cx="4959614" cy="415290"/>
            </a:xfrm>
            <a:prstGeom prst="roundRect">
              <a:avLst>
                <a:gd name="adj" fmla="val 50000"/>
              </a:avLst>
            </a:prstGeom>
            <a:solidFill>
              <a:srgbClr val="F25D9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FA7D79E1-DB5A-62D1-4E7E-48D8FB8B9713}"/>
              </a:ext>
            </a:extLst>
          </p:cNvPr>
          <p:cNvSpPr txBox="1"/>
          <p:nvPr/>
        </p:nvSpPr>
        <p:spPr>
          <a:xfrm>
            <a:off x="563879" y="2608441"/>
            <a:ext cx="3779521" cy="3513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rtl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rgbClr val="FFFFFF"/>
                </a:solidFill>
                <a:latin typeface="Calibri"/>
              </a:defRPr>
            </a:pPr>
            <a:r>
              <a:t>Всероссийский хакатон по ИТ «ИТ-Прорыв» | Номинация «Большие данные и ИИ» | Партнер: «Роботрек»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5DC75C2-D877-270F-C33D-93CD9F1418FE}"/>
              </a:ext>
            </a:extLst>
          </p:cNvPr>
          <p:cNvSpPr txBox="1"/>
          <p:nvPr/>
        </p:nvSpPr>
        <p:spPr>
          <a:xfrm>
            <a:off x="563879" y="3407644"/>
            <a:ext cx="102651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rtl="0" algn="l">
              <a:spcBef>
                <a:spcPts val="0"/>
              </a:spcBef>
              <a:spcAft>
                <a:spcPts val="0"/>
              </a:spcAft>
              <a:buNone/>
              <a:defRPr sz="1300" b="1">
                <a:solidFill>
                  <a:srgbClr val="00E5FF"/>
                </a:solidFill>
                <a:latin typeface="Calibri"/>
              </a:defRPr>
            </a:pPr>
            <a:r>
              <a:t>Команда:</a:t>
            </a:r>
            <a:endParaRPr lang="ru-RU" b="1" dirty="0">
              <a:solidFill>
                <a:schemeClr val="bg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92D47FA-35F1-AEF2-EB4C-BF440AC63E88}"/>
              </a:ext>
            </a:extLst>
          </p:cNvPr>
          <p:cNvSpPr txBox="1"/>
          <p:nvPr/>
        </p:nvSpPr>
        <p:spPr>
          <a:xfrm>
            <a:off x="6313902" y="3407644"/>
            <a:ext cx="139318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rtl="0" algn="l">
              <a:spcBef>
                <a:spcPts val="0"/>
              </a:spcBef>
              <a:spcAft>
                <a:spcPts val="0"/>
              </a:spcAft>
              <a:buNone/>
              <a:defRPr sz="1300" b="1">
                <a:solidFill>
                  <a:srgbClr val="00E5FF"/>
                </a:solidFill>
                <a:latin typeface="Calibri"/>
              </a:defRPr>
            </a:pPr>
            <a:r>
              <a:t>Наставник:</a:t>
            </a:r>
            <a:endParaRPr lang="ru-RU" b="1" dirty="0">
              <a:solidFill>
                <a:schemeClr val="bg1"/>
              </a:solidFill>
            </a:endParaRPr>
          </a:p>
        </p:txBody>
      </p:sp>
      <p:sp>
        <p:nvSpPr>
          <p:cNvPr id="24" name="Прямоугольник: скругленные углы 23">
            <a:extLst>
              <a:ext uri="{FF2B5EF4-FFF2-40B4-BE49-F238E27FC236}">
                <a16:creationId xmlns:a16="http://schemas.microsoft.com/office/drawing/2014/main" id="{637EDC2F-07CE-E7BC-6806-0357DD2747FE}"/>
              </a:ext>
            </a:extLst>
          </p:cNvPr>
          <p:cNvSpPr/>
          <p:nvPr/>
        </p:nvSpPr>
        <p:spPr>
          <a:xfrm>
            <a:off x="460191" y="3277311"/>
            <a:ext cx="5320714" cy="1464921"/>
          </a:xfrm>
          <a:prstGeom prst="roundRect">
            <a:avLst>
              <a:gd name="adj" fmla="val 16189"/>
            </a:avLst>
          </a:prstGeom>
          <a:noFill/>
          <a:ln w="6350">
            <a:solidFill>
              <a:srgbClr val="F25D9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Прямоугольник: скругленные углы 24">
            <a:extLst>
              <a:ext uri="{FF2B5EF4-FFF2-40B4-BE49-F238E27FC236}">
                <a16:creationId xmlns:a16="http://schemas.microsoft.com/office/drawing/2014/main" id="{251BFAA2-CC89-230C-90EA-E71512177F1A}"/>
              </a:ext>
            </a:extLst>
          </p:cNvPr>
          <p:cNvSpPr/>
          <p:nvPr/>
        </p:nvSpPr>
        <p:spPr>
          <a:xfrm>
            <a:off x="6123214" y="3277311"/>
            <a:ext cx="2536910" cy="1464921"/>
          </a:xfrm>
          <a:prstGeom prst="roundRect">
            <a:avLst>
              <a:gd name="adj" fmla="val 16189"/>
            </a:avLst>
          </a:prstGeom>
          <a:noFill/>
          <a:ln w="6350">
            <a:solidFill>
              <a:srgbClr val="F25D9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Рисунок 13" descr="В яблочко со сплошной заливкой">
            <a:extLst>
              <a:ext uri="{FF2B5EF4-FFF2-40B4-BE49-F238E27FC236}">
                <a16:creationId xmlns:a16="http://schemas.microsoft.com/office/drawing/2014/main" id="{8980FF83-AB43-B084-444F-C896FFB526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3077933" y="-242361"/>
            <a:ext cx="1409298" cy="1409298"/>
          </a:xfrm>
          <a:prstGeom prst="rect">
            <a:avLst/>
          </a:prstGeom>
          <a:effectLst>
            <a:softEdge rad="31750"/>
          </a:effectLst>
        </p:spPr>
      </p:pic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AC024BC6-FA14-FED0-2880-9BC08186E5AF}"/>
              </a:ext>
            </a:extLst>
          </p:cNvPr>
          <p:cNvSpPr/>
          <p:nvPr/>
        </p:nvSpPr>
        <p:spPr>
          <a:xfrm>
            <a:off x="403920" y="1290088"/>
            <a:ext cx="1331089" cy="388189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F25D9C"/>
              </a:gs>
              <a:gs pos="100000">
                <a:srgbClr val="B61AAE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Google Shape;140;p25">
            <a:extLst>
              <a:ext uri="{FF2B5EF4-FFF2-40B4-BE49-F238E27FC236}">
                <a16:creationId xmlns:a16="http://schemas.microsoft.com/office/drawing/2014/main" id="{CE6FF3F9-4D70-63EE-0660-A96E8D35172B}"/>
              </a:ext>
            </a:extLst>
          </p:cNvPr>
          <p:cNvSpPr/>
          <p:nvPr/>
        </p:nvSpPr>
        <p:spPr>
          <a:xfrm>
            <a:off x="426059" y="214052"/>
            <a:ext cx="6462244" cy="793976"/>
          </a:xfrm>
          <a:prstGeom prst="roundRect">
            <a:avLst>
              <a:gd name="adj" fmla="val 0"/>
            </a:avLst>
          </a:prstGeom>
          <a:noFill/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rgbClr val="FFFFFF"/>
                </a:solidFill>
                <a:latin typeface="Calibri"/>
              </a:defRPr>
            </a:pPr>
            <a:r>
              <a:t>Цель и задачи</a:t>
            </a:r>
          </a:p>
        </p:txBody>
      </p:sp>
      <p:sp>
        <p:nvSpPr>
          <p:cNvPr id="11" name="Google Shape;140;p25">
            <a:extLst>
              <a:ext uri="{FF2B5EF4-FFF2-40B4-BE49-F238E27FC236}">
                <a16:creationId xmlns:a16="http://schemas.microsoft.com/office/drawing/2014/main" id="{1C9B2A7D-47C5-5046-3E43-A9159ED484B4}"/>
              </a:ext>
            </a:extLst>
          </p:cNvPr>
          <p:cNvSpPr/>
          <p:nvPr/>
        </p:nvSpPr>
        <p:spPr>
          <a:xfrm>
            <a:off x="1823054" y="2136075"/>
            <a:ext cx="357225" cy="522016"/>
          </a:xfrm>
          <a:prstGeom prst="roundRect">
            <a:avLst>
              <a:gd name="adj" fmla="val 0"/>
            </a:avLst>
          </a:prstGeom>
          <a:noFill/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b="1" dirty="0">
                <a:solidFill>
                  <a:srgbClr val="F25D9C"/>
                </a:solidFill>
              </a:rPr>
              <a:t>1</a:t>
            </a:r>
          </a:p>
        </p:txBody>
      </p:sp>
      <p:sp>
        <p:nvSpPr>
          <p:cNvPr id="5" name="Google Shape;157;p26">
            <a:extLst>
              <a:ext uri="{FF2B5EF4-FFF2-40B4-BE49-F238E27FC236}">
                <a16:creationId xmlns:a16="http://schemas.microsoft.com/office/drawing/2014/main" id="{6585DE0D-9B7D-6DCD-BADA-DF9C2C0B71D4}"/>
              </a:ext>
            </a:extLst>
          </p:cNvPr>
          <p:cNvSpPr txBox="1"/>
          <p:nvPr/>
        </p:nvSpPr>
        <p:spPr>
          <a:xfrm>
            <a:off x="582532" y="1306538"/>
            <a:ext cx="858079" cy="346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ЦЕЛЬ</a:t>
            </a:r>
            <a:endParaRPr lang="ru-RU" sz="1800" dirty="0">
              <a:solidFill>
                <a:schemeClr val="bg1"/>
              </a:solidFill>
            </a:endParaRPr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C87EF78C-C436-8398-EA4C-DBF05F7EE7ED}"/>
              </a:ext>
            </a:extLst>
          </p:cNvPr>
          <p:cNvSpPr/>
          <p:nvPr/>
        </p:nvSpPr>
        <p:spPr>
          <a:xfrm>
            <a:off x="403920" y="2188285"/>
            <a:ext cx="1331089" cy="388189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F25D9C"/>
              </a:gs>
              <a:gs pos="100000">
                <a:srgbClr val="B61AAE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Google Shape;157;p26">
            <a:extLst>
              <a:ext uri="{FF2B5EF4-FFF2-40B4-BE49-F238E27FC236}">
                <a16:creationId xmlns:a16="http://schemas.microsoft.com/office/drawing/2014/main" id="{B84514F9-E9FA-32F1-C816-E20D5DCD873B}"/>
              </a:ext>
            </a:extLst>
          </p:cNvPr>
          <p:cNvSpPr txBox="1"/>
          <p:nvPr/>
        </p:nvSpPr>
        <p:spPr>
          <a:xfrm>
            <a:off x="582532" y="2204735"/>
            <a:ext cx="1082366" cy="346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ЗАДАЧИ</a:t>
            </a:r>
            <a:endParaRPr lang="ru-RU" sz="1800" dirty="0">
              <a:solidFill>
                <a:schemeClr val="bg1"/>
              </a:solidFill>
            </a:endParaRPr>
          </a:p>
        </p:txBody>
      </p:sp>
      <p:sp>
        <p:nvSpPr>
          <p:cNvPr id="17" name="Google Shape;140;p25">
            <a:extLst>
              <a:ext uri="{FF2B5EF4-FFF2-40B4-BE49-F238E27FC236}">
                <a16:creationId xmlns:a16="http://schemas.microsoft.com/office/drawing/2014/main" id="{0B6A4A9E-C3B8-7E3A-BCAB-236A698DC320}"/>
              </a:ext>
            </a:extLst>
          </p:cNvPr>
          <p:cNvSpPr/>
          <p:nvPr/>
        </p:nvSpPr>
        <p:spPr>
          <a:xfrm>
            <a:off x="1823054" y="2649189"/>
            <a:ext cx="357225" cy="463944"/>
          </a:xfrm>
          <a:prstGeom prst="roundRect">
            <a:avLst>
              <a:gd name="adj" fmla="val 0"/>
            </a:avLst>
          </a:prstGeom>
          <a:noFill/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b="1" dirty="0">
                <a:solidFill>
                  <a:srgbClr val="F25D9C"/>
                </a:solidFill>
              </a:rPr>
              <a:t>2</a:t>
            </a:r>
          </a:p>
        </p:txBody>
      </p:sp>
      <p:sp>
        <p:nvSpPr>
          <p:cNvPr id="18" name="Google Shape;140;p25">
            <a:extLst>
              <a:ext uri="{FF2B5EF4-FFF2-40B4-BE49-F238E27FC236}">
                <a16:creationId xmlns:a16="http://schemas.microsoft.com/office/drawing/2014/main" id="{D8EC1031-D5E4-2FC9-CC80-F7ED4BBF917B}"/>
              </a:ext>
            </a:extLst>
          </p:cNvPr>
          <p:cNvSpPr/>
          <p:nvPr/>
        </p:nvSpPr>
        <p:spPr>
          <a:xfrm>
            <a:off x="1823054" y="3162618"/>
            <a:ext cx="357225" cy="434256"/>
          </a:xfrm>
          <a:prstGeom prst="roundRect">
            <a:avLst>
              <a:gd name="adj" fmla="val 0"/>
            </a:avLst>
          </a:prstGeom>
          <a:noFill/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b="1" dirty="0">
                <a:solidFill>
                  <a:srgbClr val="F25D9C"/>
                </a:solidFill>
              </a:rPr>
              <a:t>3</a:t>
            </a:r>
          </a:p>
        </p:txBody>
      </p:sp>
      <p:sp>
        <p:nvSpPr>
          <p:cNvPr id="19" name="Google Shape;140;p25">
            <a:extLst>
              <a:ext uri="{FF2B5EF4-FFF2-40B4-BE49-F238E27FC236}">
                <a16:creationId xmlns:a16="http://schemas.microsoft.com/office/drawing/2014/main" id="{7221166D-0C30-DE89-EF38-2AA91EFC4D38}"/>
              </a:ext>
            </a:extLst>
          </p:cNvPr>
          <p:cNvSpPr/>
          <p:nvPr/>
        </p:nvSpPr>
        <p:spPr>
          <a:xfrm>
            <a:off x="1823054" y="3665924"/>
            <a:ext cx="357225" cy="434256"/>
          </a:xfrm>
          <a:prstGeom prst="roundRect">
            <a:avLst>
              <a:gd name="adj" fmla="val 0"/>
            </a:avLst>
          </a:prstGeom>
          <a:noFill/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b="1" dirty="0">
                <a:solidFill>
                  <a:srgbClr val="F25D9C"/>
                </a:solidFill>
              </a:rPr>
              <a:t>4</a:t>
            </a:r>
          </a:p>
        </p:txBody>
      </p:sp>
      <p:pic>
        <p:nvPicPr>
          <p:cNvPr id="1026" name="Picture 2" descr="Picture background">
            <a:extLst>
              <a:ext uri="{FF2B5EF4-FFF2-40B4-BE49-F238E27FC236}">
                <a16:creationId xmlns:a16="http://schemas.microsoft.com/office/drawing/2014/main" id="{7535CAC5-981D-6309-EBF7-3ABCBBE577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082113" y="1616353"/>
            <a:ext cx="768634" cy="7686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2A7C1450-0342-1B56-9455-8F41DD46701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xmlns="" r:embed="rId7"/>
              </a:ext>
            </a:extLst>
          </a:blip>
          <a:stretch>
            <a:fillRect/>
          </a:stretch>
        </p:blipFill>
        <p:spPr>
          <a:xfrm>
            <a:off x="-1989253" y="2690879"/>
            <a:ext cx="605787" cy="605787"/>
          </a:xfrm>
          <a:prstGeom prst="rect">
            <a:avLst/>
          </a:prstGeom>
        </p:spPr>
      </p:pic>
      <p:pic>
        <p:nvPicPr>
          <p:cNvPr id="1032" name="Picture 8" descr="Picture background">
            <a:extLst>
              <a:ext uri="{FF2B5EF4-FFF2-40B4-BE49-F238E27FC236}">
                <a16:creationId xmlns:a16="http://schemas.microsoft.com/office/drawing/2014/main" id="{A9EC4512-1336-0E15-D7DD-0D51B36913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989253" y="3776599"/>
            <a:ext cx="582663" cy="5122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ED408A32-600D-918C-4876-CC46DF51683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xmlns="" r:embed="rId10"/>
              </a:ext>
            </a:extLst>
          </a:blip>
          <a:stretch>
            <a:fillRect/>
          </a:stretch>
        </p:blipFill>
        <p:spPr>
          <a:xfrm>
            <a:off x="-1034334" y="1678277"/>
            <a:ext cx="654388" cy="654388"/>
          </a:xfrm>
          <a:prstGeom prst="rect">
            <a:avLst/>
          </a:prstGeom>
        </p:spPr>
      </p:pic>
      <p:pic>
        <p:nvPicPr>
          <p:cNvPr id="1034" name="Picture 10" descr="Picture background">
            <a:extLst>
              <a:ext uri="{FF2B5EF4-FFF2-40B4-BE49-F238E27FC236}">
                <a16:creationId xmlns:a16="http://schemas.microsoft.com/office/drawing/2014/main" id="{7AD5FAFD-F9E8-2468-176F-5E49DCC116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034334" y="2745010"/>
            <a:ext cx="582663" cy="582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Picture background">
            <a:extLst>
              <a:ext uri="{FF2B5EF4-FFF2-40B4-BE49-F238E27FC236}">
                <a16:creationId xmlns:a16="http://schemas.microsoft.com/office/drawing/2014/main" id="{46C3C8AA-CDBE-C59E-4658-0BCA200FAA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78251" y="3828473"/>
            <a:ext cx="470495" cy="4704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7" name="TextBox 1036"/>
          <p:cNvSpPr txBox="1"/>
          <p:nvPr/>
        </p:nvSpPr>
        <p:spPr>
          <a:xfrm>
            <a:off x="2194560" y="1371600"/>
            <a:ext cx="6583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FFFFFF"/>
                </a:solidFill>
                <a:latin typeface="Calibri"/>
              </a:defRPr>
            </a:pPr>
            <a:r>
              <a:t>Разработка в среде визуального моделирования NNTrack высокоточной нейросетевой модели регрессии для прогнозирования урожайности с/х культур по многолетним историческим агроклиматическим данным с экспортом в TorchScript.</a:t>
            </a:r>
          </a:p>
        </p:txBody>
      </p:sp>
      <p:sp>
        <p:nvSpPr>
          <p:cNvPr id="1038" name="TextBox 1037"/>
          <p:cNvSpPr txBox="1"/>
          <p:nvPr/>
        </p:nvSpPr>
        <p:spPr>
          <a:xfrm>
            <a:off x="2194560" y="2304288"/>
            <a:ext cx="6583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FFFFFF"/>
                </a:solidFill>
                <a:latin typeface="Calibri"/>
              </a:defRPr>
            </a:pPr>
            <a:r>
              <a:t>1. Провести детальный EDA (25 723 записей), проверить матрицу корреляций и зафиксировать split 80/20 без утечки данных.</a:t>
            </a:r>
          </a:p>
        </p:txBody>
      </p:sp>
      <p:sp>
        <p:nvSpPr>
          <p:cNvPr id="1039" name="TextBox 1038"/>
          <p:cNvSpPr txBox="1"/>
          <p:nvPr/>
        </p:nvSpPr>
        <p:spPr>
          <a:xfrm>
            <a:off x="2194560" y="2907792"/>
            <a:ext cx="6583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FFFFFF"/>
                </a:solidFill>
                <a:latin typeface="Calibri"/>
              </a:defRPr>
            </a:pPr>
            <a:r>
              <a:t>2. Спроектировать и экспериментально сравнить не менее 2 архитектур нейросетей в NNTrack (деревья решений строго запрещены).</a:t>
            </a:r>
          </a:p>
        </p:txBody>
      </p:sp>
      <p:sp>
        <p:nvSpPr>
          <p:cNvPr id="1040" name="TextBox 1039"/>
          <p:cNvSpPr txBox="1"/>
          <p:nvPr/>
        </p:nvSpPr>
        <p:spPr>
          <a:xfrm>
            <a:off x="2194560" y="3511296"/>
            <a:ext cx="6583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FFFFFF"/>
                </a:solidFill>
                <a:latin typeface="Calibri"/>
              </a:defRPr>
            </a:pPr>
            <a:r>
              <a:t>3. Оптимизировать параметры обучения (AdamW, BatchNorm, Dropout) и зафиксировать метрики (R², MAE, RMSE) в единой таблице.</a:t>
            </a:r>
          </a:p>
        </p:txBody>
      </p:sp>
      <p:sp>
        <p:nvSpPr>
          <p:cNvPr id="1041" name="TextBox 1040"/>
          <p:cNvSpPr txBox="1"/>
          <p:nvPr/>
        </p:nvSpPr>
        <p:spPr>
          <a:xfrm>
            <a:off x="2194560" y="4114800"/>
            <a:ext cx="6583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FFFFFF"/>
                </a:solidFill>
                <a:latin typeface="Calibri"/>
              </a:defRPr>
            </a:pPr>
            <a:r>
              <a:t>4. Экспортировать финальную модель в TorchScript (.pt), сформировать проект NNTrack (.nnp) и отчетные материалы сдачи.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>
          <a:extLst>
            <a:ext uri="{FF2B5EF4-FFF2-40B4-BE49-F238E27FC236}">
              <a16:creationId xmlns:a16="http://schemas.microsoft.com/office/drawing/2014/main" id="{1CA5B8BB-43FC-6DC2-8AD5-A18D7262ED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 descr="Весы правосудия со сплошной заливкой">
            <a:extLst>
              <a:ext uri="{FF2B5EF4-FFF2-40B4-BE49-F238E27FC236}">
                <a16:creationId xmlns:a16="http://schemas.microsoft.com/office/drawing/2014/main" id="{CA6D24E5-9E56-4F30-FDA1-6CC95E2D8B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3652914" y="-98925"/>
            <a:ext cx="1106953" cy="1106953"/>
          </a:xfrm>
          <a:prstGeom prst="rect">
            <a:avLst/>
          </a:prstGeom>
          <a:effectLst>
            <a:softEdge rad="12700"/>
          </a:effectLst>
        </p:spPr>
      </p:pic>
      <p:sp>
        <p:nvSpPr>
          <p:cNvPr id="3" name="Google Shape;140;p25">
            <a:extLst>
              <a:ext uri="{FF2B5EF4-FFF2-40B4-BE49-F238E27FC236}">
                <a16:creationId xmlns:a16="http://schemas.microsoft.com/office/drawing/2014/main" id="{52A4A106-C43A-12B5-3B82-C10B5ED58FAD}"/>
              </a:ext>
            </a:extLst>
          </p:cNvPr>
          <p:cNvSpPr/>
          <p:nvPr/>
        </p:nvSpPr>
        <p:spPr>
          <a:xfrm>
            <a:off x="426059" y="214052"/>
            <a:ext cx="6462244" cy="793976"/>
          </a:xfrm>
          <a:prstGeom prst="roundRect">
            <a:avLst>
              <a:gd name="adj" fmla="val 0"/>
            </a:avLst>
          </a:prstGeom>
          <a:noFill/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rgbClr val="FFFFFF"/>
                </a:solidFill>
                <a:latin typeface="Calibri"/>
              </a:defRPr>
            </a:pPr>
            <a:r>
              <a:t>Анализ аналогов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8016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E5FF"/>
                </a:solidFill>
                <a:latin typeface="Calibri"/>
              </a:defRPr>
            </a:pPr>
            <a:r>
              <a:t>Существующие подходы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828800"/>
            <a:ext cx="39319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1F5F9"/>
                </a:solidFill>
                <a:latin typeface="Calibri"/>
              </a:defRPr>
            </a:pPr>
            <a:r>
              <a:t>• Традиционные агрономические справочники и таблицы:</a:t>
            </a:r>
            <a:br/>
            <a:r>
              <a:t>  Усредненные многолетние таблицы по регионам; не учитывают погодные аномалии текущего года и локальный микроклимат конкретного поля.</a:t>
            </a:r>
            <a:br/>
            <a:br/>
            <a:r>
              <a:t>• Классические линейные статистические модели (МНК):</a:t>
            </a:r>
            <a:br/>
            <a:r>
              <a:t>  Предполагают строго линейную связь параметров; не способны улавливать нелинейный синергетический эффект температуры, осадков и пестицидов.</a:t>
            </a:r>
            <a:br/>
            <a:br/>
            <a:r>
              <a:t>• Ансамбли деревьев решений (Random Forest, Gradient Boosting):</a:t>
            </a:r>
            <a:br/>
            <a:r>
              <a:t>  Склонны к переобучению на табличных выбросах, формируют кусочно-постоянные ступенчатые прогнозы, запрещены регламентом кейса «Роботрек».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128016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4081"/>
                </a:solidFill>
                <a:latin typeface="Calibri"/>
              </a:defRPr>
            </a:pPr>
            <a:r>
              <a:t>Ключевые недостатки аналогов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1828800"/>
            <a:ext cx="39319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1F5F9"/>
                </a:solidFill>
                <a:latin typeface="Calibri"/>
              </a:defRPr>
            </a:pPr>
            <a:r>
              <a:t>1. Высокая ошибка на экстремальных диапазонах:</a:t>
            </a:r>
            <a:br/>
            <a:r>
              <a:t>   Линейные модели ошибаются более чем на 35% при резких перепадах осадков и температурных волнах.</a:t>
            </a:r>
            <a:br/>
            <a:br/>
            <a:r>
              <a:t>2. Сложность аппаратной интеграции:</a:t>
            </a:r>
            <a:br/>
            <a:r>
              <a:t>   Самописные скрипты трудно развертывать на бортовых контроллерах сельхозтехники и в среде ROS без громоздких зависимостей.</a:t>
            </a:r>
            <a:br/>
            <a:br/>
            <a:r>
              <a:t>3. Высокая чувствительность к шумам:</a:t>
            </a:r>
            <a:br/>
            <a:r>
              <a:t>   Отсутствие пакетной нормализации и регуляризации ведет к потере обобщающей способности на новых климатических зонах.</a:t>
            </a:r>
          </a:p>
        </p:txBody>
      </p:sp>
    </p:spTree>
    <p:extLst>
      <p:ext uri="{BB962C8B-B14F-4D97-AF65-F5344CB8AC3E}">
        <p14:creationId xmlns:p14="http://schemas.microsoft.com/office/powerpoint/2010/main" val="6471187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>
          <a:extLst>
            <a:ext uri="{FF2B5EF4-FFF2-40B4-BE49-F238E27FC236}">
              <a16:creationId xmlns:a16="http://schemas.microsoft.com/office/drawing/2014/main" id="{C40304F3-8339-109F-F001-7C601986EB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40;p25">
            <a:extLst>
              <a:ext uri="{FF2B5EF4-FFF2-40B4-BE49-F238E27FC236}">
                <a16:creationId xmlns:a16="http://schemas.microsoft.com/office/drawing/2014/main" id="{567E442D-BFFB-16AB-06E0-8296660F80A7}"/>
              </a:ext>
            </a:extLst>
          </p:cNvPr>
          <p:cNvSpPr/>
          <p:nvPr/>
        </p:nvSpPr>
        <p:spPr>
          <a:xfrm>
            <a:off x="426059" y="214052"/>
            <a:ext cx="6462244" cy="793976"/>
          </a:xfrm>
          <a:prstGeom prst="roundRect">
            <a:avLst>
              <a:gd name="adj" fmla="val 0"/>
            </a:avLst>
          </a:prstGeom>
          <a:noFill/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rgbClr val="FFFFFF"/>
                </a:solidFill>
                <a:latin typeface="Calibri"/>
              </a:defRPr>
            </a:pPr>
            <a:r>
              <a:t>Конкурентные преимущества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4081"/>
                </a:solidFill>
                <a:latin typeface="Calibri"/>
              </a:defRPr>
            </a:pPr>
            <a:r>
              <a:t>Ограничения аналогов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39319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CBD5E1"/>
                </a:solidFill>
                <a:latin typeface="Calibri"/>
              </a:defRPr>
            </a:pPr>
            <a:r>
              <a:t>• Не учитывают кросс-факторные связи (регион × культура × температура × осадки).</a:t>
            </a:r>
            <a:br/>
            <a:br/>
            <a:r>
              <a:t>• Требуют внешних громоздких интерпретаторов и библиотек.</a:t>
            </a:r>
            <a:br/>
            <a:br/>
            <a:r>
              <a:t>• Запрещены регламентом кейса (деревья решений и случайные леса).</a:t>
            </a:r>
            <a:br/>
            <a:br/>
            <a:r>
              <a:t>• Риск переобучения и утечки данных при неаккуратной предобработке.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63440" y="128016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E676"/>
                </a:solidFill>
                <a:latin typeface="Calibri"/>
              </a:defRPr>
            </a:pPr>
            <a:r>
              <a:t>Преимущества решения «АгроИнтеллект»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1828800"/>
            <a:ext cx="40233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80" b="0">
                <a:solidFill>
                  <a:srgbClr val="FFFFFF"/>
                </a:solidFill>
                <a:latin typeface="Calibri"/>
              </a:defRPr>
            </a:pPr>
            <a:r>
              <a:t>1. Рекордная соревновательная точность:</a:t>
            </a:r>
            <a:br/>
            <a:r>
              <a:t>   R² = 0.9693 (38.77 из 40.00 баллов), MAE = 0.0898, RMSE = 0.1484 на независимой валидационной выборке (20%).</a:t>
            </a:r>
            <a:br/>
            <a:br/>
            <a:r>
              <a:t>2. Глубокая полносвязная архитектура с BatchNorm:</a:t>
            </a:r>
            <a:br/>
            <a:r>
              <a:t>   4 каскадных Dense-блока (256-256-128-64-1) со слоями нормализации стабилизируют градиенты и исключают переобучение.</a:t>
            </a:r>
            <a:br/>
            <a:br/>
            <a:r>
              <a:t>3. Полная совместимость со средой NNTrack:</a:t>
            </a:r>
            <a:br/>
            <a:r>
              <a:t>   Построена строго из блоков Dense, BatchNorm, ReLU, Dropout (режим «Большие данные / Регрессия»).</a:t>
            </a:r>
            <a:br/>
            <a:br/>
            <a:r>
              <a:t>4. Промышленный экспорт в TorchScript (.pt):</a:t>
            </a:r>
            <a:br/>
            <a:r>
              <a:t>   Готова к исполнению на аппаратных модулях агророботов «Роботрек» без внешних Python-зависимостей.</a:t>
            </a:r>
          </a:p>
        </p:txBody>
      </p:sp>
    </p:spTree>
    <p:extLst>
      <p:ext uri="{BB962C8B-B14F-4D97-AF65-F5344CB8AC3E}">
        <p14:creationId xmlns:p14="http://schemas.microsoft.com/office/powerpoint/2010/main" val="34789454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>
          <a:extLst>
            <a:ext uri="{FF2B5EF4-FFF2-40B4-BE49-F238E27FC236}">
              <a16:creationId xmlns:a16="http://schemas.microsoft.com/office/drawing/2014/main" id="{AACAC6A5-700A-2527-604B-6A50F92A44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40;p25">
            <a:extLst>
              <a:ext uri="{FF2B5EF4-FFF2-40B4-BE49-F238E27FC236}">
                <a16:creationId xmlns:a16="http://schemas.microsoft.com/office/drawing/2014/main" id="{F5A61693-CBE8-3FDD-8E20-0D0D544B01CE}"/>
              </a:ext>
            </a:extLst>
          </p:cNvPr>
          <p:cNvSpPr/>
          <p:nvPr/>
        </p:nvSpPr>
        <p:spPr>
          <a:xfrm>
            <a:off x="426059" y="214052"/>
            <a:ext cx="6462244" cy="793976"/>
          </a:xfrm>
          <a:prstGeom prst="roundRect">
            <a:avLst>
              <a:gd name="adj" fmla="val 0"/>
            </a:avLst>
          </a:prstGeom>
          <a:noFill/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rgbClr val="FFFFFF"/>
                </a:solidFill>
                <a:latin typeface="Calibri"/>
              </a:defRPr>
            </a:pPr>
            <a:r>
              <a:t>Этапы работы и дорожная карта проекта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8046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80" b="0">
                <a:solidFill>
                  <a:srgbClr val="FFFFFF"/>
                </a:solidFill>
                <a:latin typeface="Calibri"/>
              </a:defRPr>
            </a:pPr>
            <a:r>
              <a:t>• Этап 1: Исследование данных и разведочный анализ (EDA) (21–24 сент.)</a:t>
            </a:r>
            <a:br/>
            <a:r>
              <a:t>  Анализ 25 723 записей, матрица корреляций Пирсона, фиксация разбиения 80/20 (seed=42), верификация отсутствия утечки target.</a:t>
            </a:r>
            <a:br/>
            <a:r>
              <a:t>  Ответственный: Петров М.Д. (Data Scientist) | Результат: подготовленный чистый конвейер данных.</a:t>
            </a:r>
            <a:br/>
            <a:br/>
            <a:r>
              <a:t>• Этап 2: Проектирование архитектур в NNTrack (25–28 сент.)</a:t>
            </a:r>
            <a:br/>
            <a:r>
              <a:t>  Построение топологии слоев: Baseline MLP (64-32), Deep Regularized (128-64-32), Optimal BatchNorm (256-256-128-64-1).</a:t>
            </a:r>
            <a:br/>
            <a:r>
              <a:t>  Ответственный: Иванов А.С. (Тимлид / ML-инженер) | Результат: проект .nnp и граф модели.</a:t>
            </a:r>
            <a:br/>
            <a:br/>
            <a:r>
              <a:t>• Этап 3: Экспериментальное обучение и гиперпараметрический тюнинг (29 сент. – 05 окт.)</a:t>
            </a:r>
            <a:br/>
            <a:r>
              <a:t>  Проведение 4 сопоставимых экспериментов, оптимизация batch size, AdamW, функций потерь (MSE), анализ кривых сходимости.</a:t>
            </a:r>
            <a:br/>
            <a:r>
              <a:t>  Ответственный: Смирнов А.В. (Архитектор ИИ) | Результат: R² = 0.9693 (38.77 баллов), MAE = 0.0898.</a:t>
            </a:r>
            <a:br/>
            <a:br/>
            <a:r>
              <a:t>• Этап 4: TorchScript экспорт, валидация инференса и оформление (06–10 окт.)</a:t>
            </a:r>
            <a:br/>
            <a:r>
              <a:t>  Экспорт в TorchScript (.pt), сверка численного совпадения инференса (diff = 0.0), оформление презентации и архива сдачи.</a:t>
            </a:r>
            <a:br/>
            <a:r>
              <a:t>  Ответственный: Кузнецов Д.П. (Инженер-исследователь) | Результат: 100% готовность к экспертной оценке.</a:t>
            </a:r>
          </a:p>
        </p:txBody>
      </p:sp>
    </p:spTree>
    <p:extLst>
      <p:ext uri="{BB962C8B-B14F-4D97-AF65-F5344CB8AC3E}">
        <p14:creationId xmlns:p14="http://schemas.microsoft.com/office/powerpoint/2010/main" val="4823937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>
          <a:extLst>
            <a:ext uri="{FF2B5EF4-FFF2-40B4-BE49-F238E27FC236}">
              <a16:creationId xmlns:a16="http://schemas.microsoft.com/office/drawing/2014/main" id="{C9523A58-DF06-1E9D-F2E3-097621BC1D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Анализ датасета и подготовка данных (EDA)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51560"/>
            <a:ext cx="39319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FFFFFF"/>
                </a:solidFill>
                <a:latin typeface="Calibri"/>
              </a:defRPr>
            </a:pPr>
            <a:r>
              <a:t>ХАРАКТЕРИСТИКА ДАТАСЕТА:</a:t>
            </a:r>
            <a:br/>
            <a:r>
              <a:t>• Объем: 25 723 наблюдения, 7 числовых колонок.</a:t>
            </a:r>
            <a:br/>
            <a:r>
              <a:t>• Пропущенные значения: 0 (100% полнота данных).</a:t>
            </a:r>
            <a:br/>
            <a:r>
              <a:t>• Входные признаки (6 факторов):</a:t>
            </a:r>
            <a:br/>
            <a:r>
              <a:t>  - Area: код региона наблюдения (0..1)</a:t>
            </a:r>
            <a:br/>
            <a:r>
              <a:t>  - Item: код с/х культуры (0..1)</a:t>
            </a:r>
            <a:br/>
            <a:r>
              <a:t>  - Year: год наблюдения (0..1)</a:t>
            </a:r>
            <a:br/>
            <a:r>
              <a:t>  - Rainfall: среднегодовые осадки (0..1)</a:t>
            </a:r>
            <a:br/>
            <a:r>
              <a:t>  - Pesticides: объем пестицидов (0..1)</a:t>
            </a:r>
            <a:br/>
            <a:r>
              <a:t>  - Temp: средняя температура воздуха (0..1)</a:t>
            </a:r>
            <a:br/>
            <a:r>
              <a:t>• Целевая переменная: hg/ha_yield (урожайность).</a:t>
            </a:r>
            <a:br/>
            <a:br/>
            <a:r>
              <a:t>ПРАВИЛА И СХЕМА РАЗБИЕНИЯ:</a:t>
            </a:r>
            <a:br/>
            <a:r>
              <a:t>• Обучающая выборка: 80% (20 578 наблюдений).</a:t>
            </a:r>
            <a:br/>
            <a:r>
              <a:t>• Проверочная выборка: 20% (5 145 наблюдений).</a:t>
            </a:r>
            <a:br/>
            <a:r>
              <a:t>• Random Seed: 42 (строгая воспроизводимость).</a:t>
            </a:r>
            <a:br/>
            <a:r>
              <a:t>• Целевой столбец строго исключен из входов сети (гарантия отсутствия утечки данных).</a:t>
            </a:r>
          </a:p>
        </p:txBody>
      </p:sp>
      <p:pic>
        <p:nvPicPr>
          <p:cNvPr id="4" name="Picture 3" descr="eda_correlations_distrib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0560" y="1097280"/>
            <a:ext cx="4389120" cy="3566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60818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>
          <a:extLst>
            <a:ext uri="{FF2B5EF4-FFF2-40B4-BE49-F238E27FC236}">
              <a16:creationId xmlns:a16="http://schemas.microsoft.com/office/drawing/2014/main" id="{E7BD2BF4-E7F2-0200-0467-AC8BFDFEE0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Архитектура нейронной сети в среде NNTrack</a:t>
            </a:r>
          </a:p>
        </p:txBody>
      </p:sp>
      <p:pic>
        <p:nvPicPr>
          <p:cNvPr id="3" name="Picture 2" descr="nntrack_architecture_sche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960120"/>
            <a:ext cx="8229600" cy="374903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709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00E5FF"/>
                </a:solidFill>
                <a:latin typeface="Calibri"/>
              </a:defRPr>
            </a:pPr>
            <a:r>
              <a:t>Рис. 1. Граф модели в среде NNTrack: Dense(256)-Dense(256)-Dense(128)-Dense(64)-Dense(1) | Экспорт: TorchScript (.pt)</a:t>
            </a:r>
          </a:p>
        </p:txBody>
      </p:sp>
    </p:spTree>
    <p:extLst>
      <p:ext uri="{BB962C8B-B14F-4D97-AF65-F5344CB8AC3E}">
        <p14:creationId xmlns:p14="http://schemas.microsoft.com/office/powerpoint/2010/main" val="4822182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>
          <a:extLst>
            <a:ext uri="{FF2B5EF4-FFF2-40B4-BE49-F238E27FC236}">
              <a16:creationId xmlns:a16="http://schemas.microsoft.com/office/drawing/2014/main" id="{92F3CA03-300C-1AE9-A9FE-4A21F13904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Ход экспериментов и эволюция архитектур</a:t>
            </a:r>
          </a:p>
        </p:txBody>
      </p:sp>
      <p:pic>
        <p:nvPicPr>
          <p:cNvPr id="3" name="Picture 2" descr="residuals_and_metrics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051560"/>
            <a:ext cx="4480560" cy="3657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937760" y="1051560"/>
            <a:ext cx="39319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FFFFFF"/>
                </a:solidFill>
                <a:latin typeface="Calibri"/>
              </a:defRPr>
            </a:pPr>
            <a:r>
              <a:t>ОПИСАНИЕ СЕРИИ ЭКСПЕРИМЕНТОВ:</a:t>
            </a:r>
            <a:br/>
            <a:br/>
            <a:r>
              <a:t>1. Exp 1 (Базовый MLP 64-32):</a:t>
            </a:r>
            <a:br/>
            <a:r>
              <a:t>   2 скрытых слоя без нормализации. Быстро обучается, но недообучается на многофакторных связях (R² = 0.7808, MAE = 0.2555).</a:t>
            </a:r>
            <a:br/>
            <a:br/>
            <a:r>
              <a:t>2. Exp 2 (Глубокий MLP 128-64-32 + Dropout 0.2):</a:t>
            </a:r>
            <a:br/>
            <a:r>
              <a:t>   Увеличение емкости и классический Dropout существенно повысили качество (R² = 0.8990), но высокий Dropout сглаживает пики.</a:t>
            </a:r>
            <a:br/>
            <a:br/>
            <a:r>
              <a:t>3. Exp 3 (MLP 128-64-32 + BatchNorm + Drop 0.05):</a:t>
            </a:r>
            <a:br/>
            <a:r>
              <a:t>   Слои пакетной нормализации стабилизировали градиенты и ускорили сходимость (R² = 0.9224, MAE = 0.1421).</a:t>
            </a:r>
            <a:br/>
            <a:br/>
            <a:r>
              <a:t>4. Exp 4 (Финальная Deep NNTrack Net 256-256-128-64):</a:t>
            </a:r>
            <a:br/>
            <a:r>
              <a:t>   Оптимальное сочетание 4 dense-блоков с BatchNorm и мягким Dropout(0.02) обеспечило рекордную точность (R² = 0.9693, MAE = 0.0898).</a:t>
            </a:r>
          </a:p>
        </p:txBody>
      </p:sp>
    </p:spTree>
    <p:extLst>
      <p:ext uri="{BB962C8B-B14F-4D97-AF65-F5344CB8AC3E}">
        <p14:creationId xmlns:p14="http://schemas.microsoft.com/office/powerpoint/2010/main" val="6058962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7">
          <a:extLst>
            <a:ext uri="{FF2B5EF4-FFF2-40B4-BE49-F238E27FC236}">
              <a16:creationId xmlns:a16="http://schemas.microsoft.com/office/drawing/2014/main" id="{9A979929-A74D-157B-AAF4-515A91A192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Сводная таблица экспериментов и динамика обучения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51560"/>
            <a:ext cx="42062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19" b="0">
                <a:solidFill>
                  <a:srgbClr val="FFFFFF"/>
                </a:solidFill>
                <a:latin typeface="Calibri"/>
              </a:defRPr>
            </a:pPr>
            <a:r>
              <a:t>СВОДНАЯ ТАБЛИЦА МЕТРИК НА ВАЛИДАЦИИ (20%):</a:t>
            </a:r>
            <a:br/>
            <a:br/>
            <a:r>
              <a:t>• Exp 1 (Базовый MLP 64-32):</a:t>
            </a:r>
            <a:br/>
            <a:r>
              <a:t>  R² = 0.7808 | Балл R² (40*R²): 31.23/40 | MAE: 0.2555 | RMSE: 0.3962</a:t>
            </a:r>
            <a:br/>
            <a:br/>
            <a:r>
              <a:t>• Exp 2 (Глубокий MLP + Drop 0.2):</a:t>
            </a:r>
            <a:br/>
            <a:r>
              <a:t>  R² = 0.8990 | Балл R² (40*R²): 35.96/40 | MAE: 0.1584 | RMSE: 0.2689</a:t>
            </a:r>
            <a:br/>
            <a:br/>
            <a:r>
              <a:t>• Exp 3 (MLP + BN + Drop 0.05):</a:t>
            </a:r>
            <a:br/>
            <a:r>
              <a:t>  R² = 0.9224 | Балл R² (40*R²): 36.90/40 | MAE: 0.1421 | RMSE: 0.2357</a:t>
            </a:r>
            <a:br/>
            <a:br/>
            <a:r>
              <a:t>• Exp 4 (ФИНАЛЬНАЯ МОДЕЛЬ NNTRACK — 256-256-128-64 + BN):</a:t>
            </a:r>
            <a:br/>
            <a:r>
              <a:t>  R² = 0.9693 | Балл R² (40*R²): 38.77/40 | MAE: 0.0898 | RMSE: 0.1484</a:t>
            </a:r>
            <a:br/>
            <a:br/>
            <a:r>
              <a:t>ОБОСНОВАНИЕ ВЫБОРА ФИНАЛЬНОЙ МОДЕЛИ (Exp 4):</a:t>
            </a:r>
            <a:br/>
            <a:r>
              <a:t>Модель Exp 4 превосходит все протестированные конфигурации, монотонно снижает RMSE, показывает наименьшую дисперсию остатков и полностью построена на поддерживаемых блоках NNTrack.</a:t>
            </a:r>
          </a:p>
        </p:txBody>
      </p:sp>
      <p:pic>
        <p:nvPicPr>
          <p:cNvPr id="4" name="Picture 3" descr="convergence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097280"/>
            <a:ext cx="4114800" cy="3566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16121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7">
          <a:extLst>
            <a:ext uri="{FF2B5EF4-FFF2-40B4-BE49-F238E27FC236}">
              <a16:creationId xmlns:a16="http://schemas.microsoft.com/office/drawing/2014/main" id="{DFB85EBC-1D62-892F-9A8B-CB780C6EE8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Анализ ошибок модели и оценка обобщающей способности</a:t>
            </a:r>
          </a:p>
        </p:txBody>
      </p:sp>
      <p:pic>
        <p:nvPicPr>
          <p:cNvPr id="3" name="Picture 2" descr="final_model_diagnostic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1051560"/>
            <a:ext cx="4754880" cy="3657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212080" y="1051560"/>
            <a:ext cx="3657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19" b="0">
                <a:solidFill>
                  <a:srgbClr val="FFFFFF"/>
                </a:solidFill>
                <a:latin typeface="Calibri"/>
              </a:defRPr>
            </a:pPr>
            <a:r>
              <a:t>АНАЛИЗ ОШИБОК И ВЫВОДЫ:</a:t>
            </a:r>
            <a:br/>
            <a:br/>
            <a:r>
              <a:t>1. Оценка корреляции Actual vs Predicted:</a:t>
            </a:r>
            <a:br/>
            <a:r>
              <a:t>   Точки плотно концентрируются вдоль идеальной прямой y = x. Коэффициент детерминации R² = 0.9693 подтверждает высочайшую точность аппроксимации.</a:t>
            </a:r>
            <a:br/>
            <a:br/>
            <a:r>
              <a:t>2. Распределение остатков (Residuals):</a:t>
            </a:r>
            <a:br/>
            <a:r>
              <a:t>   Ошибки центрированы строго в нуле и имеют форму колокола Гаусса. Средняя абсолютная ошибка MAE = 0.0898 (на 35% ниже бейзлайна).</a:t>
            </a:r>
            <a:br/>
            <a:br/>
            <a:r>
              <a:t>3. Анализ краевых аномалий:</a:t>
            </a:r>
            <a:br/>
            <a:r>
              <a:t>   Наибольшие отклонения зафиксированы на редких культурах с урожайностью &gt; 4.5 при экстремальных осадках (&lt; 1.2% датасета).</a:t>
            </a:r>
            <a:br/>
            <a:br/>
            <a:r>
              <a:t>4. Обобщающая способность:</a:t>
            </a:r>
            <a:br/>
            <a:r>
              <a:t>   Сходимость валидационного loss строго повторяет обучающий без дивергенции, что гарантирует стабильный инференс на закрытом тестовом наборе.</a:t>
            </a:r>
          </a:p>
        </p:txBody>
      </p:sp>
    </p:spTree>
    <p:extLst>
      <p:ext uri="{BB962C8B-B14F-4D97-AF65-F5344CB8AC3E}">
        <p14:creationId xmlns:p14="http://schemas.microsoft.com/office/powerpoint/2010/main" val="15043654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7">
          <a:extLst>
            <a:ext uri="{FF2B5EF4-FFF2-40B4-BE49-F238E27FC236}">
              <a16:creationId xmlns:a16="http://schemas.microsoft.com/office/drawing/2014/main" id="{90FFABD4-A0EB-E639-47E4-C075558232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Ограничения модели и производственные риски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38404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FFFFFF"/>
                </a:solidFill>
                <a:latin typeface="Calibri"/>
              </a:defRPr>
            </a:pPr>
            <a:r>
              <a:t>ОГРАНИЧЕНИЯ ПРЕДЛОЖЕННОГО РЕШЕНИЯ:</a:t>
            </a:r>
            <a:br/>
            <a:br/>
            <a:r>
              <a:t>• Климатические аномалии вне исторического распределения:</a:t>
            </a:r>
            <a:br/>
            <a:r>
              <a:t>  Модель обучена на нормализованных данных [0, 1]. При возникновении беспрецедентных засух или наводнений за рамками исторических наблюдений надежность экстраполяции снижается.</a:t>
            </a:r>
            <a:br/>
            <a:br/>
            <a:r>
              <a:t>• Усредненные среднегодовые показатели:</a:t>
            </a:r>
            <a:br/>
            <a:r>
              <a:t>  Датасет содержит агрегированные осадки и температуры за год, что не позволяет напрямую учитывать критические фазы вегетации (заморозки во время цветения, засуха при наливе зерна).</a:t>
            </a:r>
            <a:br/>
            <a:br/>
            <a:r>
              <a:t>• Отсутствие оперативного химического анализа почвы:</a:t>
            </a:r>
            <a:br/>
            <a:r>
              <a:t>  Факторы почвы (кислотность pH, уровень азота, фосфора и калия) являются латентными и оцениваются моделью лишь косвенно через код региона и культуру.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097280"/>
            <a:ext cx="39319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F1F5F9"/>
                </a:solidFill>
                <a:latin typeface="Calibri"/>
              </a:defRPr>
            </a:pPr>
            <a:r>
              <a:t>МЕРЫ МИНИМИЗАЦИИ РИСКОВ И ВАЛИДАЦИЯ:</a:t>
            </a:r>
            <a:br/>
            <a:br/>
            <a:r>
              <a:t>1. Фильтр проверки допустимого диапазона (OOD Detection):</a:t>
            </a:r>
            <a:br/>
            <a:r>
              <a:t>   Внедрение слоя предварительной валидации входных параметров: при фиксации значений вне диапазона [0, 1] выдается предупреждение о повышенной неопределенности.</a:t>
            </a:r>
            <a:br/>
            <a:br/>
            <a:r>
              <a:t>2. Локальное дообучение (Fine-Tuning):</a:t>
            </a:r>
            <a:br/>
            <a:r>
              <a:t>   Возможность калибровки весов нейросети на последних слоях (Dense 64 -&gt; 1) под конкретное агропредприятие при наличии свежих полевых измерений.</a:t>
            </a:r>
            <a:br/>
            <a:br/>
            <a:r>
              <a:t>3. Доверительные интервалы прогноза:</a:t>
            </a:r>
            <a:br/>
            <a:r>
              <a:t>   Использование дисперсии остатков (RMSE = 0.1484) для расчета 95% доверительного коридора ожидаемой урожайности.</a:t>
            </a:r>
          </a:p>
        </p:txBody>
      </p:sp>
    </p:spTree>
    <p:extLst>
      <p:ext uri="{BB962C8B-B14F-4D97-AF65-F5344CB8AC3E}">
        <p14:creationId xmlns:p14="http://schemas.microsoft.com/office/powerpoint/2010/main" val="33477972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7">
          <a:extLst>
            <a:ext uri="{FF2B5EF4-FFF2-40B4-BE49-F238E27FC236}">
              <a16:creationId xmlns:a16="http://schemas.microsoft.com/office/drawing/2014/main" id="{A7B788B8-2A7D-D0A3-8DDD-0BE81DCCB6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Перспективы развития и внедрения в индустрию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25603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19" b="0">
                <a:solidFill>
                  <a:srgbClr val="00E5FF"/>
                </a:solidFill>
                <a:latin typeface="Calibri"/>
              </a:defRPr>
            </a:pPr>
            <a:r>
              <a:t>НАПРАВЛЕНИЕ 1: ИНТЕГРАЦИЯ С ДЗЗ И БПЛА</a:t>
            </a:r>
            <a:br/>
            <a:br/>
            <a:r>
              <a:t>• Подключение динамических спутниковых вегетационных индексов (NDVI, NDRE, EVI).</a:t>
            </a:r>
            <a:br/>
            <a:r>
              <a:t>• Использование мультиспектральной съемки с беспилотных летательных аппаратов.</a:t>
            </a:r>
            <a:br/>
            <a:r>
              <a:t>• Переход от статического прогноза к адаптивной еженедельной корректировке урожайности.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188720"/>
            <a:ext cx="25603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19" b="0">
                <a:solidFill>
                  <a:srgbClr val="00E676"/>
                </a:solidFill>
                <a:latin typeface="Calibri"/>
              </a:defRPr>
            </a:pPr>
            <a:r>
              <a:t>НАПРАВЛЕНИЕ 2: БОРТОВЫЕ РОБОТЫ «РОБОТРЕК»</a:t>
            </a:r>
            <a:br/>
            <a:br/>
            <a:r>
              <a:t>• Развертывание скомпилированной TorchScript (.pt) модели непосредственно на аппаратных вычислителях «Артинтрек».</a:t>
            </a:r>
            <a:br/>
            <a:r>
              <a:t>• Дифференцированное точечное внесение минеральных удобрений в режиме реального времени.</a:t>
            </a:r>
            <a:br/>
            <a:r>
              <a:t>• Снижение расхода агрохимии до 25% за счет интеллектуального дозирования.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0" y="1188720"/>
            <a:ext cx="25603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19" b="0">
                <a:solidFill>
                  <a:srgbClr val="FFD54F"/>
                </a:solidFill>
                <a:latin typeface="Calibri"/>
              </a:defRPr>
            </a:pPr>
            <a:r>
              <a:t>НАПРАВЛЕНИЕ 3: ОТРАСЛЕВАЯ СППР ДЛЯ АПК</a:t>
            </a:r>
            <a:br/>
            <a:br/>
            <a:r>
              <a:t>• Создание регионального облачного сервиса поддержки принятия решений (СППР).</a:t>
            </a:r>
            <a:br/>
            <a:r>
              <a:t>• Оптимизация структуры посевных площадей под климатические тренды региона.</a:t>
            </a:r>
            <a:br/>
            <a:r>
              <a:t>• Снижение финансовых рисков агрострахования и кредитования сельхозпроизводителей РФ.</a:t>
            </a:r>
          </a:p>
        </p:txBody>
      </p:sp>
    </p:spTree>
    <p:extLst>
      <p:ext uri="{BB962C8B-B14F-4D97-AF65-F5344CB8AC3E}">
        <p14:creationId xmlns:p14="http://schemas.microsoft.com/office/powerpoint/2010/main" val="10882923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7">
          <a:extLst>
            <a:ext uri="{FF2B5EF4-FFF2-40B4-BE49-F238E27FC236}">
              <a16:creationId xmlns:a16="http://schemas.microsoft.com/office/drawing/2014/main" id="{2510FF77-64C0-469F-6CAF-5D674DC4BE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Команда проекта «АгроИнтеллект»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05840"/>
            <a:ext cx="19202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80" b="0">
                <a:solidFill>
                  <a:srgbClr val="FFFFFF"/>
                </a:solidFill>
                <a:latin typeface="Calibri"/>
              </a:defRPr>
            </a:pPr>
            <a:r>
              <a:t>УЧАСТНИК 1</a:t>
            </a:r>
            <a:br/>
            <a:br/>
            <a:r>
              <a:t>Иванов Александр Сергеевич</a:t>
            </a:r>
            <a:br/>
            <a:br/>
            <a:r>
              <a:t>Роль:</a:t>
            </a:r>
            <a:br/>
            <a:r>
              <a:t>Тимлид / ML-инженер</a:t>
            </a:r>
            <a:br/>
            <a:br/>
            <a:r>
              <a:t>Краткий вклад:</a:t>
            </a:r>
            <a:br/>
            <a:r>
              <a:t>Постановка соревновательной задачи, проектирование архитектур нейросетей, реализация конвейера обучения в NNTrack, TorchScript экспорт.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68880" y="1005840"/>
            <a:ext cx="19202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80" b="0">
                <a:solidFill>
                  <a:srgbClr val="FFFFFF"/>
                </a:solidFill>
                <a:latin typeface="Calibri"/>
              </a:defRPr>
            </a:pPr>
            <a:r>
              <a:t>УЧАСТНИК 2</a:t>
            </a:r>
            <a:br/>
            <a:br/>
            <a:r>
              <a:t>Петров Максим Дмитриевич</a:t>
            </a:r>
            <a:br/>
            <a:br/>
            <a:r>
              <a:t>Роль:</a:t>
            </a:r>
            <a:br/>
            <a:r>
              <a:t>Data Scientist / Аналитик</a:t>
            </a:r>
            <a:br/>
            <a:br/>
            <a:r>
              <a:t>Краткий вклад:</a:t>
            </a:r>
            <a:br/>
            <a:r>
              <a:t>Разведочный анализ данных (EDA), расчет корреляций Пирсона, валидация гипотез, формирование единой таблицы экспериментов.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1005840"/>
            <a:ext cx="19202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80" b="0">
                <a:solidFill>
                  <a:srgbClr val="FFFFFF"/>
                </a:solidFill>
                <a:latin typeface="Calibri"/>
              </a:defRPr>
            </a:pPr>
            <a:r>
              <a:t>УЧАСТНИК 3</a:t>
            </a:r>
            <a:br/>
            <a:br/>
            <a:r>
              <a:t>Смирнов Андрей Викторович</a:t>
            </a:r>
            <a:br/>
            <a:br/>
            <a:r>
              <a:t>Роль:</a:t>
            </a:r>
            <a:br/>
            <a:r>
              <a:t>Архитектор ИИ / MLOps</a:t>
            </a:r>
            <a:br/>
            <a:br/>
            <a:r>
              <a:t>Краткий вклад:</a:t>
            </a:r>
            <a:br/>
            <a:r>
              <a:t>Оптимизация гиперпараметров, настройка BatchNorm/Dropout, верификация TorchScript инференса (max diff = 0.0), сборка проекта .nnp.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5120" y="1005840"/>
            <a:ext cx="19202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80" b="0">
                <a:solidFill>
                  <a:srgbClr val="FFFFFF"/>
                </a:solidFill>
                <a:latin typeface="Calibri"/>
              </a:defRPr>
            </a:pPr>
            <a:r>
              <a:t>УЧАСТНИК 4</a:t>
            </a:r>
            <a:br/>
            <a:br/>
            <a:r>
              <a:t>Кузнецов Денис Павлович</a:t>
            </a:r>
            <a:br/>
            <a:br/>
            <a:r>
              <a:t>Роль:</a:t>
            </a:r>
            <a:br/>
            <a:r>
              <a:t>Инженер-исследователь</a:t>
            </a:r>
            <a:br/>
            <a:br/>
            <a:r>
              <a:t>Краткий вклад:</a:t>
            </a:r>
            <a:br/>
            <a:r>
              <a:t>Анализ ошибок модели (Actual vs Pred), диагностика краевых аномалий, формулирование ограничений и направлений развития.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4343400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00E5FF"/>
                </a:solidFill>
                <a:latin typeface="Calibri"/>
              </a:defRPr>
            </a:pPr>
            <a:r>
              <a:t>Научный наставник: Соколов Михаил Юрьевич (к.т.н., эксперт по прикладному анализу данных и машинному обучению) — научно-методическое руководство проектом.</a:t>
            </a:r>
          </a:p>
        </p:txBody>
      </p:sp>
    </p:spTree>
    <p:extLst>
      <p:ext uri="{BB962C8B-B14F-4D97-AF65-F5344CB8AC3E}">
        <p14:creationId xmlns:p14="http://schemas.microsoft.com/office/powerpoint/2010/main" val="304453125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767</TotalTime>
  <Words>616</Words>
  <Application>Microsoft Office PowerPoint</Application>
  <PresentationFormat>Экран (16:9)</PresentationFormat>
  <Paragraphs>185</Paragraphs>
  <Slides>13</Slides>
  <Notes>13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6" baseType="lpstr">
      <vt:lpstr>Calibri</vt:lpstr>
      <vt:lpstr>Arial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Администратор</dc:creator>
  <cp:lastModifiedBy>Администратор</cp:lastModifiedBy>
  <cp:revision>71</cp:revision>
  <dcterms:modified xsi:type="dcterms:W3CDTF">2026-09-21T11:53:09Z</dcterms:modified>
</cp:coreProperties>
</file>